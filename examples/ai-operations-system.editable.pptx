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acd55e9b7b640fc" /><Relationship Type="http://schemas.openxmlformats.org/officeDocument/2006/relationships/extended-properties" Target="/docProps/app.xml" Id="Rec8e4bf4fdbe4efb" /><Relationship Type="http://schemas.openxmlformats.org/officeDocument/2006/relationships/officeDocument" Target="/ppt/presentation.xml" Id="R6c4071adcb2f433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387f103fd9945df"/>
  </p:sldMasterIdLst>
  <p:notesMasterIdLst>
    <p:notesMasterId xmlns:r="http://schemas.openxmlformats.org/officeDocument/2006/relationships" r:id="Rd33f4cc3735f4f7f"/>
  </p:notesMasterIdLst>
  <p:sldIdLst>
    <p:sldId xmlns:r="http://schemas.openxmlformats.org/officeDocument/2006/relationships" id="256" r:id="Rec7f4efafc274121"/>
  </p:sldIdLst>
  <p:sldSz cx="16002000" cy="8963025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f1e0c7f01bf434c" /><Relationship Type="http://schemas.openxmlformats.org/officeDocument/2006/relationships/slideMaster" Target="/ppt/slideMasters/slideMaster1.xml" Id="R8387f103fd9945df" /><Relationship Type="http://schemas.openxmlformats.org/officeDocument/2006/relationships/notesMaster" Target="/ppt/notesMasters/notesMaster1.xml" Id="Rd33f4cc3735f4f7f" /><Relationship Type="http://schemas.openxmlformats.org/officeDocument/2006/relationships/presProps" Target="/ppt/presProps.xml" Id="Rf0a1c6d2099b4aa7" /><Relationship Type="http://schemas.openxmlformats.org/officeDocument/2006/relationships/tableStyles" Target="/ppt/tableStyles.xml" Id="R50ba20a632b14dd4" /><Relationship Type="http://schemas.openxmlformats.org/officeDocument/2006/relationships/slide" Target="/ppt/slides/slide1.xml" Id="Rec7f4efafc27412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5fdba4a4db34f1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237ce70e0524f4c" /><Relationship Type="http://schemas.openxmlformats.org/officeDocument/2006/relationships/notesMaster" Target="/ppt/notesMasters/notesMaster1.xml" Id="Ra1dd3f0039d846f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94b8f5c03a4e1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5d5d162fe084a3b" /><Relationship Type="http://schemas.openxmlformats.org/officeDocument/2006/relationships/slideLayout" Target="/ppt/slideLayouts/slideLayout1.xml" Id="R048bea5b37d4499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48bea5b37d4499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8c04b64d6c4fab" /><Relationship Type="http://schemas.openxmlformats.org/officeDocument/2006/relationships/image" Target="/ppt/media/image.png" Id="R74620b94f35842af" /><Relationship Type="http://schemas.openxmlformats.org/officeDocument/2006/relationships/image" Target="/ppt/media/image.svg" Id="R2ea0383ab2564d0e" /><Relationship Type="http://schemas.openxmlformats.org/officeDocument/2006/relationships/image" Target="/ppt/media/image2.png" Id="Rd1f15768cae8476d" /><Relationship Type="http://schemas.openxmlformats.org/officeDocument/2006/relationships/image" Target="/ppt/media/image2.svg" Id="R2e6e674abb524261" /><Relationship Type="http://schemas.openxmlformats.org/officeDocument/2006/relationships/image" Target="/ppt/media/image3.png" Id="R2ea27d7e096c4413" /><Relationship Type="http://schemas.openxmlformats.org/officeDocument/2006/relationships/image" Target="/ppt/media/image3.svg" Id="R31db4176d3514e14" /><Relationship Type="http://schemas.openxmlformats.org/officeDocument/2006/relationships/image" Target="/ppt/media/image4.png" Id="R09fc4c5905e740f1" /><Relationship Type="http://schemas.openxmlformats.org/officeDocument/2006/relationships/image" Target="/ppt/media/image4.svg" Id="R2be532fc54844fbd" /><Relationship Type="http://schemas.openxmlformats.org/officeDocument/2006/relationships/image" Target="/ppt/media/image5.png" Id="Rd048035bd5c44a6f" /><Relationship Type="http://schemas.openxmlformats.org/officeDocument/2006/relationships/image" Target="/ppt/media/image5.svg" Id="R233930563c12484b" /><Relationship Type="http://schemas.openxmlformats.org/officeDocument/2006/relationships/image" Target="/ppt/media/image6.png" Id="R372297a55dbd42bf" /><Relationship Type="http://schemas.openxmlformats.org/officeDocument/2006/relationships/image" Target="/ppt/media/image6.svg" Id="R519a8c5f91cc4c58" /><Relationship Type="http://schemas.openxmlformats.org/officeDocument/2006/relationships/image" Target="/ppt/media/image7.png" Id="R3038badd824f42b9" /><Relationship Type="http://schemas.openxmlformats.org/officeDocument/2006/relationships/image" Target="/ppt/media/image7.svg" Id="R92b4b2a40ce24473" /><Relationship Type="http://schemas.openxmlformats.org/officeDocument/2006/relationships/image" Target="/ppt/media/image8.png" Id="R64620e60e7de47d6" /><Relationship Type="http://schemas.openxmlformats.org/officeDocument/2006/relationships/image" Target="/ppt/media/image8.svg" Id="R64dd1f280c2b497c" /><Relationship Type="http://schemas.openxmlformats.org/officeDocument/2006/relationships/image" Target="/ppt/media/image9.png" Id="R93d6585d2c5e4aa8" /><Relationship Type="http://schemas.openxmlformats.org/officeDocument/2006/relationships/image" Target="/ppt/media/image9.svg" Id="R59584996455f45b7" /><Relationship Type="http://schemas.openxmlformats.org/officeDocument/2006/relationships/image" Target="/ppt/media/image10.png" Id="R5568f5cef4ee4b98" /><Relationship Type="http://schemas.openxmlformats.org/officeDocument/2006/relationships/image" Target="/ppt/media/image10.svg" Id="R4abe2252701749e7" /><Relationship Type="http://schemas.openxmlformats.org/officeDocument/2006/relationships/image" Target="/ppt/media/image11.png" Id="R2052f2e8eb0b4053" /><Relationship Type="http://schemas.openxmlformats.org/officeDocument/2006/relationships/image" Target="/ppt/media/image11.svg" Id="Rb8fadaa06a524d39" /><Relationship Type="http://schemas.openxmlformats.org/officeDocument/2006/relationships/image" Target="/ppt/media/image12.png" Id="R843a769b78b741eb" /><Relationship Type="http://schemas.openxmlformats.org/officeDocument/2006/relationships/image" Target="/ppt/media/image12.svg" Id="Reede92d453094fef" /><Relationship Type="http://schemas.openxmlformats.org/officeDocument/2006/relationships/image" Target="/ppt/media/image13.png" Id="R3511ef22a99a4af9" /><Relationship Type="http://schemas.openxmlformats.org/officeDocument/2006/relationships/image" Target="/ppt/media/image13.svg" Id="Rfe9adf85dcb8432c" /><Relationship Type="http://schemas.openxmlformats.org/officeDocument/2006/relationships/image" Target="/ppt/media/image14.png" Id="Rbf18421dc1fc4751" /><Relationship Type="http://schemas.openxmlformats.org/officeDocument/2006/relationships/image" Target="/ppt/media/image14.svg" Id="Re75b7f018e874295" /><Relationship Type="http://schemas.openxmlformats.org/officeDocument/2006/relationships/image" Target="/ppt/media/image15.png" Id="R75104a67c152437b" /><Relationship Type="http://schemas.openxmlformats.org/officeDocument/2006/relationships/image" Target="/ppt/media/image15.svg" Id="R827ac8b772ac4ec2" /><Relationship Type="http://schemas.openxmlformats.org/officeDocument/2006/relationships/image" Target="/ppt/media/image16.png" Id="R87d370a890be4f3f" /><Relationship Type="http://schemas.openxmlformats.org/officeDocument/2006/relationships/image" Target="/ppt/media/image16.svg" Id="R49bf3dda54fc4e8a" /><Relationship Type="http://schemas.openxmlformats.org/officeDocument/2006/relationships/image" Target="/ppt/media/image17.png" Id="R7d48f8668bf743c3" /><Relationship Type="http://schemas.openxmlformats.org/officeDocument/2006/relationships/image" Target="/ppt/media/image17.svg" Id="R81d8bacf347b48da" /><Relationship Type="http://schemas.openxmlformats.org/officeDocument/2006/relationships/image" Target="/ppt/media/image18.png" Id="R65c969bb4c6f477a" /><Relationship Type="http://schemas.openxmlformats.org/officeDocument/2006/relationships/image" Target="/ppt/media/image18.svg" Id="R5464d0cbf44a40cc" /><Relationship Type="http://schemas.openxmlformats.org/officeDocument/2006/relationships/image" Target="/ppt/media/image19.png" Id="Re374335f7bde4608" /><Relationship Type="http://schemas.openxmlformats.org/officeDocument/2006/relationships/image" Target="/ppt/media/image19.svg" Id="Rdb238f14b07b4d5e" /><Relationship Type="http://schemas.openxmlformats.org/officeDocument/2006/relationships/image" Target="/ppt/media/image20.png" Id="R6d35826bc24e4e4e" /><Relationship Type="http://schemas.openxmlformats.org/officeDocument/2006/relationships/image" Target="/ppt/media/image20.svg" Id="Reda40c4115514bc4" /><Relationship Type="http://schemas.openxmlformats.org/officeDocument/2006/relationships/image" Target="/ppt/media/image21.png" Id="R820179054456463d" /><Relationship Type="http://schemas.openxmlformats.org/officeDocument/2006/relationships/image" Target="/ppt/media/image21.svg" Id="R614219aa474042ce" /><Relationship Type="http://schemas.openxmlformats.org/officeDocument/2006/relationships/image" Target="/ppt/media/image22.png" Id="R26e1ff5355634384" /><Relationship Type="http://schemas.openxmlformats.org/officeDocument/2006/relationships/image" Target="/ppt/media/image22.svg" Id="R52a06e6645f04a4b" /><Relationship Type="http://schemas.openxmlformats.org/officeDocument/2006/relationships/image" Target="/ppt/media/image23.png" Id="Rc09a06ef7eed4355" /><Relationship Type="http://schemas.openxmlformats.org/officeDocument/2006/relationships/image" Target="/ppt/media/image23.svg" Id="Reb1df19df76c4330" /><Relationship Type="http://schemas.openxmlformats.org/officeDocument/2006/relationships/image" Target="/ppt/media/image24.png" Id="R46a9cd7c74a74122" /><Relationship Type="http://schemas.openxmlformats.org/officeDocument/2006/relationships/image" Target="/ppt/media/image24.svg" Id="R28fa9abb63ee4c78" /><Relationship Type="http://schemas.openxmlformats.org/officeDocument/2006/relationships/image" Target="/ppt/media/image25.png" Id="Rcda036e35184419e" /><Relationship Type="http://schemas.openxmlformats.org/officeDocument/2006/relationships/image" Target="/ppt/media/image25.svg" Id="Ra0a8de8358ab4d35" /><Relationship Type="http://schemas.openxmlformats.org/officeDocument/2006/relationships/image" Target="/ppt/media/image26.png" Id="R07b813c522f045b4" /><Relationship Type="http://schemas.openxmlformats.org/officeDocument/2006/relationships/image" Target="/ppt/media/image26.svg" Id="R9cea32f5d45343ce" /><Relationship Type="http://schemas.openxmlformats.org/officeDocument/2006/relationships/image" Target="/ppt/media/image27.png" Id="Ra15928665ec84781" /><Relationship Type="http://schemas.openxmlformats.org/officeDocument/2006/relationships/image" Target="/ppt/media/image27.svg" Id="Rf55b5bd52f494fc1" /><Relationship Type="http://schemas.openxmlformats.org/officeDocument/2006/relationships/image" Target="/ppt/media/image28.png" Id="R231035d712e14176" /><Relationship Type="http://schemas.openxmlformats.org/officeDocument/2006/relationships/image" Target="/ppt/media/image28.svg" Id="R0926c79665804575" /><Relationship Type="http://schemas.openxmlformats.org/officeDocument/2006/relationships/image" Target="/ppt/media/image29.png" Id="Re863e341e55642cd" /><Relationship Type="http://schemas.openxmlformats.org/officeDocument/2006/relationships/image" Target="/ppt/media/image29.svg" Id="Rd9a676673dd3412b" /><Relationship Type="http://schemas.openxmlformats.org/officeDocument/2006/relationships/image" Target="/ppt/media/image30.png" Id="Rbfa2413daec6447f" /><Relationship Type="http://schemas.openxmlformats.org/officeDocument/2006/relationships/image" Target="/ppt/media/image30.svg" Id="Rb3f36a53a33c4994" /><Relationship Type="http://schemas.openxmlformats.org/officeDocument/2006/relationships/image" Target="/ppt/media/image31.png" Id="R5bb9602d357143d6" /><Relationship Type="http://schemas.openxmlformats.org/officeDocument/2006/relationships/image" Target="/ppt/media/image31.svg" Id="Rfff8ad9b7eb74281" /><Relationship Type="http://schemas.openxmlformats.org/officeDocument/2006/relationships/image" Target="/ppt/media/image32.png" Id="R9046c1f1ab674c89" /><Relationship Type="http://schemas.openxmlformats.org/officeDocument/2006/relationships/image" Target="/ppt/media/image32.svg" Id="R2df8798a20ef423b" /><Relationship Type="http://schemas.openxmlformats.org/officeDocument/2006/relationships/image" Target="/ppt/media/image33.png" Id="R8846f02be9a04d23" /><Relationship Type="http://schemas.openxmlformats.org/officeDocument/2006/relationships/image" Target="/ppt/media/image33.svg" Id="R8aa17eb807d349ae" /><Relationship Type="http://schemas.openxmlformats.org/officeDocument/2006/relationships/image" Target="/ppt/media/image34.png" Id="R94f2a3a251c2448f" /><Relationship Type="http://schemas.openxmlformats.org/officeDocument/2006/relationships/image" Target="/ppt/media/image34.svg" Id="R6246f5ebc57b4227" /><Relationship Type="http://schemas.openxmlformats.org/officeDocument/2006/relationships/image" Target="/ppt/media/image35.png" Id="Rcde6759b24f04880" /><Relationship Type="http://schemas.openxmlformats.org/officeDocument/2006/relationships/image" Target="/ppt/media/image35.svg" Id="R63a24c128e274ac7" /><Relationship Type="http://schemas.openxmlformats.org/officeDocument/2006/relationships/image" Target="/ppt/media/image36.png" Id="Rc9b1fcd410ce4b28" /><Relationship Type="http://schemas.openxmlformats.org/officeDocument/2006/relationships/image" Target="/ppt/media/image36.svg" Id="R99507016a0a84474" /><Relationship Type="http://schemas.openxmlformats.org/officeDocument/2006/relationships/image" Target="/ppt/media/image37.png" Id="Rb1b820fe6673442b" /><Relationship Type="http://schemas.openxmlformats.org/officeDocument/2006/relationships/image" Target="/ppt/media/image37.svg" Id="R6979b1a3db504473" /><Relationship Type="http://schemas.openxmlformats.org/officeDocument/2006/relationships/image" Target="/ppt/media/image38.png" Id="R2aae25d077a04294" /><Relationship Type="http://schemas.openxmlformats.org/officeDocument/2006/relationships/image" Target="/ppt/media/image38.svg" Id="R7096b570c2e246bf" /><Relationship Type="http://schemas.openxmlformats.org/officeDocument/2006/relationships/image" Target="/ppt/media/image39.png" Id="Red111dfc7f6f4de1" /><Relationship Type="http://schemas.openxmlformats.org/officeDocument/2006/relationships/image" Target="/ppt/media/image39.svg" Id="Rc482efcd686344b9" /><Relationship Type="http://schemas.openxmlformats.org/officeDocument/2006/relationships/image" Target="/ppt/media/image40.png" Id="R083b7a83d6484e71" /><Relationship Type="http://schemas.openxmlformats.org/officeDocument/2006/relationships/image" Target="/ppt/media/image40.svg" Id="R5004f780764744df" /><Relationship Type="http://schemas.openxmlformats.org/officeDocument/2006/relationships/image" Target="/ppt/media/image41.png" Id="R3cbf7fc8c42d4c8e" /><Relationship Type="http://schemas.openxmlformats.org/officeDocument/2006/relationships/image" Target="/ppt/media/image41.svg" Id="Ra2f7a9e563014102" /><Relationship Type="http://schemas.openxmlformats.org/officeDocument/2006/relationships/image" Target="/ppt/media/image42.png" Id="R585097f37ff449e5" /><Relationship Type="http://schemas.openxmlformats.org/officeDocument/2006/relationships/image" Target="/ppt/media/image42.svg" Id="R1240f259435743bd" /><Relationship Type="http://schemas.openxmlformats.org/officeDocument/2006/relationships/image" Target="/ppt/media/image43.png" Id="Rd7ec89c3ba9b4dba" /><Relationship Type="http://schemas.openxmlformats.org/officeDocument/2006/relationships/image" Target="/ppt/media/image43.svg" Id="R2e8fcb34d82c4ffe" /><Relationship Type="http://schemas.openxmlformats.org/officeDocument/2006/relationships/image" Target="/ppt/media/image44.png" Id="R17e597a5c0e44d93" /><Relationship Type="http://schemas.openxmlformats.org/officeDocument/2006/relationships/image" Target="/ppt/media/image44.svg" Id="Rcb57ca454fc44ae1" /><Relationship Type="http://schemas.openxmlformats.org/officeDocument/2006/relationships/image" Target="/ppt/media/image45.png" Id="R74435ada6a134ac7" /><Relationship Type="http://schemas.openxmlformats.org/officeDocument/2006/relationships/image" Target="/ppt/media/image45.svg" Id="R84eabc54db04418e" /><Relationship Type="http://schemas.openxmlformats.org/officeDocument/2006/relationships/notesSlide" Target="/ppt/notesSlides/notesSlide1.xml" Id="R6792f43bafa64a1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anvas_background">
            <a:extLst xmlns:a="http://schemas.openxmlformats.org/drawingml/2006/main">
              <a:ext uri="{FF2B5EF4-FFF2-40B4-BE49-F238E27FC236}">
                <a16:creationId xmlns:a16="http://schemas.microsoft.com/office/drawing/2014/main" id="{E0EB299E-9ACA-437B-8FC9-0D32223AE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002000" cy="8963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re_goals_panel">
            <a:extLst xmlns:a="http://schemas.openxmlformats.org/drawingml/2006/main">
              <a:ext uri="{FF2B5EF4-FFF2-40B4-BE49-F238E27FC236}">
                <a16:creationId xmlns:a16="http://schemas.microsoft.com/office/drawing/2014/main" id="{38EE1E06-2E36-43EF-BA96-C804123AD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1162050"/>
            <a:ext cx="2238375" cy="7429500"/>
          </a:xfrm>
          <a:prstGeom xmlns:a="http://schemas.openxmlformats.org/drawingml/2006/main" prst="roundRect">
            <a:avLst>
              <a:gd name="adj" fmla="val 68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36B00"/>
            </a:solidFill>
            <a:prstDash val="solid"/>
          </a:ln>
        </p:spPr>
      </p:sp>
      <p:sp>
        <p:nvSpPr>
          <p:cNvPr id="3" name="executive_management">
            <a:extLst xmlns:a="http://schemas.openxmlformats.org/drawingml/2006/main">
              <a:ext uri="{FF2B5EF4-FFF2-40B4-BE49-F238E27FC236}">
                <a16:creationId xmlns:a16="http://schemas.microsoft.com/office/drawing/2014/main" id="{00E61BB2-7D67-46AB-9979-396D3DDB0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1066800"/>
            <a:ext cx="89154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554D1"/>
          </a:solidFill>
          <a:ln xmlns:a="http://schemas.openxmlformats.org/drawingml/2006/main" w="11430">
            <a:solidFill>
              <a:srgbClr val="1554D1"/>
            </a:solidFill>
            <a:prstDash val="solid"/>
          </a:ln>
        </p:spPr>
      </p:sp>
      <p:sp>
        <p:nvSpPr>
          <p:cNvPr id="4" name="ai_operations_squad">
            <a:extLst xmlns:a="http://schemas.openxmlformats.org/drawingml/2006/main">
              <a:ext uri="{FF2B5EF4-FFF2-40B4-BE49-F238E27FC236}">
                <a16:creationId xmlns:a16="http://schemas.microsoft.com/office/drawing/2014/main" id="{81D536B3-26A7-4F02-AC55-02C18B34C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371725"/>
            <a:ext cx="9001125" cy="1790700"/>
          </a:xfrm>
          <a:prstGeom xmlns:a="http://schemas.openxmlformats.org/drawingml/2006/main" prst="roundRect">
            <a:avLst>
              <a:gd name="adj" fmla="val 7447"/>
            </a:avLst>
          </a:prstGeom>
          <a:solidFill xmlns:a="http://schemas.openxmlformats.org/drawingml/2006/main">
            <a:srgbClr val="1554D1"/>
          </a:solidFill>
          <a:ln xmlns:a="http://schemas.openxmlformats.org/drawingml/2006/main" w="11430">
            <a:solidFill>
              <a:srgbClr val="1554D1"/>
            </a:solidFill>
            <a:prstDash val="solid"/>
          </a:ln>
        </p:spPr>
      </p:sp>
      <p:sp>
        <p:nvSpPr>
          <p:cNvPr id="5" name="department_matrix">
            <a:extLst xmlns:a="http://schemas.openxmlformats.org/drawingml/2006/main">
              <a:ext uri="{FF2B5EF4-FFF2-40B4-BE49-F238E27FC236}">
                <a16:creationId xmlns:a16="http://schemas.microsoft.com/office/drawing/2014/main" id="{64F25B93-2A32-4AC7-A2E5-E3AF1CF2E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391025"/>
            <a:ext cx="9782175" cy="17526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BFDFF"/>
          </a:solidFill>
          <a:ln xmlns:a="http://schemas.openxmlformats.org/drawingml/2006/main" w="11430">
            <a:solidFill>
              <a:srgbClr val="D7E1F0"/>
            </a:solidFill>
            <a:prstDash val="solid"/>
          </a:ln>
        </p:spPr>
      </p:sp>
      <p:sp>
        <p:nvSpPr>
          <p:cNvPr id="6" name="ai_assets_layer">
            <a:extLst xmlns:a="http://schemas.openxmlformats.org/drawingml/2006/main">
              <a:ext uri="{FF2B5EF4-FFF2-40B4-BE49-F238E27FC236}">
                <a16:creationId xmlns:a16="http://schemas.microsoft.com/office/drawing/2014/main" id="{3C3EE74E-4542-4AEC-BCB9-93137DE00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6296025"/>
            <a:ext cx="9782175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BFDFF"/>
          </a:solidFill>
          <a:ln xmlns:a="http://schemas.openxmlformats.org/drawingml/2006/main" w="11430">
            <a:solidFill>
              <a:srgbClr val="D7E1F0"/>
            </a:solidFill>
            <a:prstDash val="solid"/>
          </a:ln>
        </p:spPr>
      </p:sp>
      <p:sp>
        <p:nvSpPr>
          <p:cNvPr id="7" name="business_outcomes">
            <a:extLst xmlns:a="http://schemas.openxmlformats.org/drawingml/2006/main">
              <a:ext uri="{FF2B5EF4-FFF2-40B4-BE49-F238E27FC236}">
                <a16:creationId xmlns:a16="http://schemas.microsoft.com/office/drawing/2014/main" id="{CE1A8DEF-57F6-4545-9D2D-96C48E791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7562850"/>
            <a:ext cx="1011555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BFDFF"/>
          </a:solidFill>
          <a:ln xmlns:a="http://schemas.openxmlformats.org/drawingml/2006/main" w="11430">
            <a:solidFill>
              <a:srgbClr val="D7E1F0"/>
            </a:solidFill>
            <a:prstDash val="solid"/>
          </a:ln>
        </p:spPr>
      </p:sp>
      <p:sp>
        <p:nvSpPr>
          <p:cNvPr id="8" name="operating_mechanism">
            <a:extLst xmlns:a="http://schemas.openxmlformats.org/drawingml/2006/main">
              <a:ext uri="{FF2B5EF4-FFF2-40B4-BE49-F238E27FC236}">
                <a16:creationId xmlns:a16="http://schemas.microsoft.com/office/drawing/2014/main" id="{606BBD23-82BC-4F54-9B01-1965F536A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77875" y="1190625"/>
            <a:ext cx="2238375" cy="7400925"/>
          </a:xfrm>
          <a:prstGeom xmlns:a="http://schemas.openxmlformats.org/drawingml/2006/main" prst="roundRect">
            <a:avLst>
              <a:gd name="adj" fmla="val 68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78C93"/>
            </a:solidFill>
            <a:prstDash val="solid"/>
          </a:ln>
        </p:spPr>
      </p:sp>
      <p:sp>
        <p:nvSpPr>
          <p:cNvPr id="9" name="goal_flow_1">
            <a:extLst xmlns:a="http://schemas.openxmlformats.org/drawingml/2006/main">
              <a:ext uri="{FF2B5EF4-FFF2-40B4-BE49-F238E27FC236}">
                <a16:creationId xmlns:a16="http://schemas.microsoft.com/office/drawing/2014/main" id="{5EB8D767-BFFC-425D-998D-C8D8EC6F6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43175"/>
            <a:ext cx="9525" cy="438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36B00"/>
            </a:solidFill>
            <a:prstDash val="dot"/>
          </a:ln>
        </p:spPr>
      </p:sp>
      <p:sp>
        <p:nvSpPr>
          <p:cNvPr id="10" name="goal_flow_2">
            <a:extLst xmlns:a="http://schemas.openxmlformats.org/drawingml/2006/main">
              <a:ext uri="{FF2B5EF4-FFF2-40B4-BE49-F238E27FC236}">
                <a16:creationId xmlns:a16="http://schemas.microsoft.com/office/drawing/2014/main" id="{ACAEAE99-594D-4098-A73A-48DD4892D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24300"/>
            <a:ext cx="9525" cy="3524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36B00"/>
            </a:solidFill>
            <a:prstDash val="dot"/>
          </a:ln>
        </p:spPr>
      </p:sp>
      <p:sp>
        <p:nvSpPr>
          <p:cNvPr id="11" name="goal_flow_3">
            <a:extLst xmlns:a="http://schemas.openxmlformats.org/drawingml/2006/main">
              <a:ext uri="{FF2B5EF4-FFF2-40B4-BE49-F238E27FC236}">
                <a16:creationId xmlns:a16="http://schemas.microsoft.com/office/drawing/2014/main" id="{5A92015B-561C-4E84-8E9A-C7EBB0280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19700"/>
            <a:ext cx="9525" cy="428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36B00"/>
            </a:solidFill>
            <a:prstDash val="dot"/>
          </a:ln>
        </p:spPr>
      </p:sp>
      <p:sp>
        <p:nvSpPr>
          <p:cNvPr id="12" name="goal_flow_4">
            <a:extLst xmlns:a="http://schemas.openxmlformats.org/drawingml/2006/main">
              <a:ext uri="{FF2B5EF4-FFF2-40B4-BE49-F238E27FC236}">
                <a16:creationId xmlns:a16="http://schemas.microsoft.com/office/drawing/2014/main" id="{94D6738E-60AF-4869-A42D-8FBFA93B5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591300"/>
            <a:ext cx="9525" cy="495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36B00"/>
            </a:solidFill>
            <a:prstDash val="dot"/>
          </a:ln>
        </p:spPr>
      </p:sp>
      <p:sp>
        <p:nvSpPr>
          <p:cNvPr id="13" name="step_1_to_2-from-anchor">
            <a:extLst xmlns:a="http://schemas.openxmlformats.org/drawingml/2006/main">
              <a:ext uri="{FF2B5EF4-FFF2-40B4-BE49-F238E27FC236}">
                <a16:creationId xmlns:a16="http://schemas.microsoft.com/office/drawing/2014/main" id="{FEE9DA7D-CBEA-46DE-81F0-E9F9519EF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5288" y="2090738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4" name="step_1_to_2-to-anchor">
            <a:extLst xmlns:a="http://schemas.openxmlformats.org/drawingml/2006/main">
              <a:ext uri="{FF2B5EF4-FFF2-40B4-BE49-F238E27FC236}">
                <a16:creationId xmlns:a16="http://schemas.microsoft.com/office/drawing/2014/main" id="{C19BEB06-ED75-46C5-82CC-BA2A60C0F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5288" y="2338388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46" name="step_1_to_2"/>
          <p:cNvCxnSpPr>
            <a:stCxn xmlns:a="http://schemas.openxmlformats.org/drawingml/2006/main" id="13" idx="2"/>
            <a:endCxn xmlns:a="http://schemas.openxmlformats.org/drawingml/2006/main" id="14" idx="0"/>
          </p:cNvCxnSpPr>
          <p:nvPr/>
        </p:nvCxnSpPr>
        <p:spPr>
          <a:xfrm xmlns:a="http://schemas.openxmlformats.org/drawingml/2006/main">
            <a:off x="8020051" y="2100263"/>
            <a:ext cx="0" cy="238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554D1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6" name="step_2_to_3-from-anchor">
            <a:extLst xmlns:a="http://schemas.openxmlformats.org/drawingml/2006/main">
              <a:ext uri="{FF2B5EF4-FFF2-40B4-BE49-F238E27FC236}">
                <a16:creationId xmlns:a16="http://schemas.microsoft.com/office/drawing/2014/main" id="{73815414-66AD-45D7-9BA7-3EA800115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5288" y="415766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step_2_to_3-to-anchor">
            <a:extLst xmlns:a="http://schemas.openxmlformats.org/drawingml/2006/main">
              <a:ext uri="{FF2B5EF4-FFF2-40B4-BE49-F238E27FC236}">
                <a16:creationId xmlns:a16="http://schemas.microsoft.com/office/drawing/2014/main" id="{E6654AA3-57F0-44CE-BE2C-743CFA4A7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5288" y="4357688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49" name="step_2_to_3"/>
          <p:cNvCxnSpPr>
            <a:stCxn xmlns:a="http://schemas.openxmlformats.org/drawingml/2006/main" id="16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8020051" y="4167188"/>
            <a:ext cx="0" cy="1905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554D1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9" name="step_3_to_4-from-anchor">
            <a:extLst xmlns:a="http://schemas.openxmlformats.org/drawingml/2006/main">
              <a:ext uri="{FF2B5EF4-FFF2-40B4-BE49-F238E27FC236}">
                <a16:creationId xmlns:a16="http://schemas.microsoft.com/office/drawing/2014/main" id="{481DE825-558A-4B4E-88C8-92B789A4D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5288" y="613886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0" name="step_3_to_4-to-anchor">
            <a:extLst xmlns:a="http://schemas.openxmlformats.org/drawingml/2006/main">
              <a:ext uri="{FF2B5EF4-FFF2-40B4-BE49-F238E27FC236}">
                <a16:creationId xmlns:a16="http://schemas.microsoft.com/office/drawing/2014/main" id="{FB069AC3-CB5B-4417-A2C1-425DEB9D3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5288" y="6262688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52" name="step_3_to_4"/>
          <p:cNvCxnSpPr>
            <a:stCxn xmlns:a="http://schemas.openxmlformats.org/drawingml/2006/main" id="19" idx="2"/>
            <a:endCxn xmlns:a="http://schemas.openxmlformats.org/drawingml/2006/main" id="20" idx="0"/>
          </p:cNvCxnSpPr>
          <p:nvPr/>
        </p:nvCxnSpPr>
        <p:spPr>
          <a:xfrm xmlns:a="http://schemas.openxmlformats.org/drawingml/2006/main">
            <a:off x="8020051" y="6148388"/>
            <a:ext cx="0" cy="114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554D1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22" name="step_4_to_5-from-anchor">
            <a:extLst xmlns:a="http://schemas.openxmlformats.org/drawingml/2006/main">
              <a:ext uri="{FF2B5EF4-FFF2-40B4-BE49-F238E27FC236}">
                <a16:creationId xmlns:a16="http://schemas.microsoft.com/office/drawing/2014/main" id="{CC32C9FB-1D15-4EF5-ABFB-D170B107F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5288" y="743426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3" name="step_4_to_5-to-anchor">
            <a:extLst xmlns:a="http://schemas.openxmlformats.org/drawingml/2006/main">
              <a:ext uri="{FF2B5EF4-FFF2-40B4-BE49-F238E27FC236}">
                <a16:creationId xmlns:a16="http://schemas.microsoft.com/office/drawing/2014/main" id="{762398CA-D0B8-45F4-980E-24D8F55B0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5288" y="752951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55" name="step_4_to_5"/>
          <p:cNvCxnSpPr>
            <a:stCxn xmlns:a="http://schemas.openxmlformats.org/drawingml/2006/main" id="22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8020051" y="7443788"/>
            <a:ext cx="0" cy="857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554D1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25" name="mechanism_flow_1-from-anchor">
            <a:extLst xmlns:a="http://schemas.openxmlformats.org/drawingml/2006/main">
              <a:ext uri="{FF2B5EF4-FFF2-40B4-BE49-F238E27FC236}">
                <a16:creationId xmlns:a16="http://schemas.microsoft.com/office/drawing/2014/main" id="{46542F48-9840-4A89-8F90-EC2D09A8E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35188" y="2033588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6" name="mechanism_flow_1-to-anchor">
            <a:extLst xmlns:a="http://schemas.openxmlformats.org/drawingml/2006/main">
              <a:ext uri="{FF2B5EF4-FFF2-40B4-BE49-F238E27FC236}">
                <a16:creationId xmlns:a16="http://schemas.microsoft.com/office/drawing/2014/main" id="{53C17264-EED4-4CDD-865E-FF340EFFD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35188" y="232886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58" name="mechanism_flow_1"/>
          <p:cNvCxnSpPr>
            <a:stCxn xmlns:a="http://schemas.openxmlformats.org/drawingml/2006/main" id="25" idx="2"/>
            <a:endCxn xmlns:a="http://schemas.openxmlformats.org/drawingml/2006/main" id="26" idx="0"/>
          </p:cNvCxnSpPr>
          <p:nvPr/>
        </p:nvCxnSpPr>
        <p:spPr>
          <a:xfrm xmlns:a="http://schemas.openxmlformats.org/drawingml/2006/main">
            <a:off x="14839951" y="2043113"/>
            <a:ext cx="0" cy="28575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078C93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28" name="mechanism_flow_2-from-anchor">
            <a:extLst xmlns:a="http://schemas.openxmlformats.org/drawingml/2006/main">
              <a:ext uri="{FF2B5EF4-FFF2-40B4-BE49-F238E27FC236}">
                <a16:creationId xmlns:a16="http://schemas.microsoft.com/office/drawing/2014/main" id="{7F00BC51-5A6C-480B-91C5-D7DD1A471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35188" y="2871788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9" name="mechanism_flow_2-to-anchor">
            <a:extLst xmlns:a="http://schemas.openxmlformats.org/drawingml/2006/main">
              <a:ext uri="{FF2B5EF4-FFF2-40B4-BE49-F238E27FC236}">
                <a16:creationId xmlns:a16="http://schemas.microsoft.com/office/drawing/2014/main" id="{68A320DD-93F6-415D-85D0-C3D8C6C8E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35188" y="316706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61" name="mechanism_flow_2"/>
          <p:cNvCxnSpPr>
            <a:stCxn xmlns:a="http://schemas.openxmlformats.org/drawingml/2006/main" id="28" idx="2"/>
            <a:endCxn xmlns:a="http://schemas.openxmlformats.org/drawingml/2006/main" id="29" idx="0"/>
          </p:cNvCxnSpPr>
          <p:nvPr/>
        </p:nvCxnSpPr>
        <p:spPr>
          <a:xfrm xmlns:a="http://schemas.openxmlformats.org/drawingml/2006/main">
            <a:off x="14839951" y="2881313"/>
            <a:ext cx="0" cy="28575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078C93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31" name="mechanism_flow_3-from-anchor">
            <a:extLst xmlns:a="http://schemas.openxmlformats.org/drawingml/2006/main">
              <a:ext uri="{FF2B5EF4-FFF2-40B4-BE49-F238E27FC236}">
                <a16:creationId xmlns:a16="http://schemas.microsoft.com/office/drawing/2014/main" id="{A76B6AE1-B33F-4862-A4AC-CBCDA9FBC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35188" y="3709988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2" name="mechanism_flow_3-to-anchor">
            <a:extLst xmlns:a="http://schemas.openxmlformats.org/drawingml/2006/main">
              <a:ext uri="{FF2B5EF4-FFF2-40B4-BE49-F238E27FC236}">
                <a16:creationId xmlns:a16="http://schemas.microsoft.com/office/drawing/2014/main" id="{4397858F-CEB9-4430-806A-410577A90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35188" y="400526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64" name="mechanism_flow_3"/>
          <p:cNvCxnSpPr>
            <a:stCxn xmlns:a="http://schemas.openxmlformats.org/drawingml/2006/main" id="31" idx="2"/>
            <a:endCxn xmlns:a="http://schemas.openxmlformats.org/drawingml/2006/main" id="32" idx="0"/>
          </p:cNvCxnSpPr>
          <p:nvPr/>
        </p:nvCxnSpPr>
        <p:spPr>
          <a:xfrm xmlns:a="http://schemas.openxmlformats.org/drawingml/2006/main">
            <a:off x="14839951" y="3719513"/>
            <a:ext cx="0" cy="28575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078C93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34" name="mechanism_flow_4-from-anchor">
            <a:extLst xmlns:a="http://schemas.openxmlformats.org/drawingml/2006/main">
              <a:ext uri="{FF2B5EF4-FFF2-40B4-BE49-F238E27FC236}">
                <a16:creationId xmlns:a16="http://schemas.microsoft.com/office/drawing/2014/main" id="{8A9CE6D6-BAB3-49E0-84FE-8D6490F83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35188" y="4548188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5" name="mechanism_flow_4-to-anchor">
            <a:extLst xmlns:a="http://schemas.openxmlformats.org/drawingml/2006/main">
              <a:ext uri="{FF2B5EF4-FFF2-40B4-BE49-F238E27FC236}">
                <a16:creationId xmlns:a16="http://schemas.microsoft.com/office/drawing/2014/main" id="{8DB8EBC2-9FCF-4296-AC94-7D1A6926C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35188" y="484346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67" name="mechanism_flow_4"/>
          <p:cNvCxnSpPr>
            <a:stCxn xmlns:a="http://schemas.openxmlformats.org/drawingml/2006/main" id="34" idx="2"/>
            <a:endCxn xmlns:a="http://schemas.openxmlformats.org/drawingml/2006/main" id="35" idx="0"/>
          </p:cNvCxnSpPr>
          <p:nvPr/>
        </p:nvCxnSpPr>
        <p:spPr>
          <a:xfrm xmlns:a="http://schemas.openxmlformats.org/drawingml/2006/main">
            <a:off x="14839951" y="4557713"/>
            <a:ext cx="0" cy="28575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078C93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37" name="mechanism_flow_5-from-anchor">
            <a:extLst xmlns:a="http://schemas.openxmlformats.org/drawingml/2006/main">
              <a:ext uri="{FF2B5EF4-FFF2-40B4-BE49-F238E27FC236}">
                <a16:creationId xmlns:a16="http://schemas.microsoft.com/office/drawing/2014/main" id="{DE49BFD1-F3F3-4660-9761-367AB40D6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35188" y="5386388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8" name="mechanism_flow_5-to-anchor">
            <a:extLst xmlns:a="http://schemas.openxmlformats.org/drawingml/2006/main">
              <a:ext uri="{FF2B5EF4-FFF2-40B4-BE49-F238E27FC236}">
                <a16:creationId xmlns:a16="http://schemas.microsoft.com/office/drawing/2014/main" id="{9BEE0588-E261-4012-A038-1EADD4D30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35188" y="568166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70" name="mechanism_flow_5"/>
          <p:cNvCxnSpPr>
            <a:stCxn xmlns:a="http://schemas.openxmlformats.org/drawingml/2006/main" id="37" idx="2"/>
            <a:endCxn xmlns:a="http://schemas.openxmlformats.org/drawingml/2006/main" id="38" idx="0"/>
          </p:cNvCxnSpPr>
          <p:nvPr/>
        </p:nvCxnSpPr>
        <p:spPr>
          <a:xfrm xmlns:a="http://schemas.openxmlformats.org/drawingml/2006/main">
            <a:off x="14839951" y="5395913"/>
            <a:ext cx="0" cy="28575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078C93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40" name="mechanism_flow_6-from-anchor">
            <a:extLst xmlns:a="http://schemas.openxmlformats.org/drawingml/2006/main">
              <a:ext uri="{FF2B5EF4-FFF2-40B4-BE49-F238E27FC236}">
                <a16:creationId xmlns:a16="http://schemas.microsoft.com/office/drawing/2014/main" id="{2D0209CF-B19F-4861-BF12-59FF796B0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35188" y="6224588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1" name="mechanism_flow_6-to-anchor">
            <a:extLst xmlns:a="http://schemas.openxmlformats.org/drawingml/2006/main">
              <a:ext uri="{FF2B5EF4-FFF2-40B4-BE49-F238E27FC236}">
                <a16:creationId xmlns:a16="http://schemas.microsoft.com/office/drawing/2014/main" id="{B4CAECFC-7C45-4B8D-9A31-A01602374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35188" y="651986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73" name="mechanism_flow_6"/>
          <p:cNvCxnSpPr>
            <a:stCxn xmlns:a="http://schemas.openxmlformats.org/drawingml/2006/main" id="40" idx="2"/>
            <a:endCxn xmlns:a="http://schemas.openxmlformats.org/drawingml/2006/main" id="41" idx="0"/>
          </p:cNvCxnSpPr>
          <p:nvPr/>
        </p:nvCxnSpPr>
        <p:spPr>
          <a:xfrm xmlns:a="http://schemas.openxmlformats.org/drawingml/2006/main">
            <a:off x="14839951" y="6234113"/>
            <a:ext cx="0" cy="28575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078C93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43" name="continuous_optimization_loop">
            <a:extLst xmlns:a="http://schemas.openxmlformats.org/drawingml/2006/main">
              <a:ext uri="{FF2B5EF4-FFF2-40B4-BE49-F238E27FC236}">
                <a16:creationId xmlns:a16="http://schemas.microsoft.com/office/drawing/2014/main" id="{F92AD028-F6E5-41DD-86D8-AFE8D80EA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5375" y="2847975"/>
            <a:ext cx="552450" cy="4695825"/>
          </a:xfrm>
          <a:custGeom xmlns:a="http://schemas.openxmlformats.org/drawingml/2006/main">
            <a:pathLst>
              <a:path w="552450" h="4695825">
                <a:moveTo>
                  <a:pt x="381000" y="4695825"/>
                </a:moveTo>
                <a:lnTo>
                  <a:pt x="552450" y="4695825"/>
                </a:lnTo>
                <a:lnTo>
                  <a:pt x="552450" y="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554D1"/>
            </a:solidFill>
            <a:prstDash val="dash"/>
          </a:ln>
        </p:spPr>
      </p:sp>
      <p:sp>
        <p:nvSpPr>
          <p:cNvPr id="44" name="continuous_optimization_loop-arrowhead">
            <a:extLst xmlns:a="http://schemas.openxmlformats.org/drawingml/2006/main">
              <a:ext uri="{FF2B5EF4-FFF2-40B4-BE49-F238E27FC236}">
                <a16:creationId xmlns:a16="http://schemas.microsoft.com/office/drawing/2014/main" id="{F07D7386-B20F-4DA8-8DC8-16CAAC5DF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0125" y="2790825"/>
            <a:ext cx="114300" cy="1143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1554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goal_dev_efficiency_card">
            <a:extLst xmlns:a="http://schemas.openxmlformats.org/drawingml/2006/main">
              <a:ext uri="{FF2B5EF4-FFF2-40B4-BE49-F238E27FC236}">
                <a16:creationId xmlns:a16="http://schemas.microsoft.com/office/drawing/2014/main" id="{D8A7EE81-178D-4AFF-847B-B9ECFEBA8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600200"/>
            <a:ext cx="1952625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1E5EC"/>
            </a:solidFill>
            <a:prstDash val="solid"/>
          </a:ln>
        </p:spPr>
      </p:sp>
      <p:sp>
        <p:nvSpPr>
          <p:cNvPr id="46" name="goal_quality_growth_card">
            <a:extLst xmlns:a="http://schemas.openxmlformats.org/drawingml/2006/main">
              <a:ext uri="{FF2B5EF4-FFF2-40B4-BE49-F238E27FC236}">
                <a16:creationId xmlns:a16="http://schemas.microsoft.com/office/drawing/2014/main" id="{22037773-A38C-4CE0-8D55-C219C78C3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981325"/>
            <a:ext cx="1952625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1E5EC"/>
            </a:solidFill>
            <a:prstDash val="solid"/>
          </a:ln>
        </p:spPr>
      </p:sp>
      <p:sp>
        <p:nvSpPr>
          <p:cNvPr id="47" name="goal_org_structure_card">
            <a:extLst xmlns:a="http://schemas.openxmlformats.org/drawingml/2006/main">
              <a:ext uri="{FF2B5EF4-FFF2-40B4-BE49-F238E27FC236}">
                <a16:creationId xmlns:a16="http://schemas.microsoft.com/office/drawing/2014/main" id="{7939E5A5-CE18-4230-A8E7-3312F52F3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276725"/>
            <a:ext cx="1952625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1E5EC"/>
            </a:solidFill>
            <a:prstDash val="solid"/>
          </a:ln>
        </p:spPr>
      </p:sp>
      <p:sp>
        <p:nvSpPr>
          <p:cNvPr id="48" name="goal_total_output_card">
            <a:extLst xmlns:a="http://schemas.openxmlformats.org/drawingml/2006/main">
              <a:ext uri="{FF2B5EF4-FFF2-40B4-BE49-F238E27FC236}">
                <a16:creationId xmlns:a16="http://schemas.microsoft.com/office/drawing/2014/main" id="{CCDDBAF8-F423-40E4-B8CA-8E476C2EC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648325"/>
            <a:ext cx="1952625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1E5EC"/>
            </a:solidFill>
            <a:prstDash val="solid"/>
          </a:ln>
        </p:spPr>
      </p:sp>
      <p:sp>
        <p:nvSpPr>
          <p:cNvPr id="49" name="goal_competitiveness_card">
            <a:extLst xmlns:a="http://schemas.openxmlformats.org/drawingml/2006/main">
              <a:ext uri="{FF2B5EF4-FFF2-40B4-BE49-F238E27FC236}">
                <a16:creationId xmlns:a16="http://schemas.microsoft.com/office/drawing/2014/main" id="{ED5A57B5-0EA7-4518-98F1-8E68900DD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7086600"/>
            <a:ext cx="1952625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1E5EC"/>
            </a:solidFill>
            <a:prstDash val="solid"/>
          </a:ln>
        </p:spPr>
      </p:sp>
      <p:sp>
        <p:nvSpPr>
          <p:cNvPr id="50" name="executive_strategy_card">
            <a:extLst xmlns:a="http://schemas.openxmlformats.org/drawingml/2006/main">
              <a:ext uri="{FF2B5EF4-FFF2-40B4-BE49-F238E27FC236}">
                <a16:creationId xmlns:a16="http://schemas.microsoft.com/office/drawing/2014/main" id="{D2BE676F-F51A-4D47-953E-C5F39A396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1533525"/>
            <a:ext cx="16573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51" name="executive_resources_card">
            <a:extLst xmlns:a="http://schemas.openxmlformats.org/drawingml/2006/main">
              <a:ext uri="{FF2B5EF4-FFF2-40B4-BE49-F238E27FC236}">
                <a16:creationId xmlns:a16="http://schemas.microsoft.com/office/drawing/2014/main" id="{7F940CD8-6EF5-45F3-9995-D7EBFC75A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1533525"/>
            <a:ext cx="16573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52" name="executive_decision_card">
            <a:extLst xmlns:a="http://schemas.openxmlformats.org/drawingml/2006/main">
              <a:ext uri="{FF2B5EF4-FFF2-40B4-BE49-F238E27FC236}">
                <a16:creationId xmlns:a16="http://schemas.microsoft.com/office/drawing/2014/main" id="{FF85C5D5-73CA-4331-82D0-41D0D4484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533525"/>
            <a:ext cx="16573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53" name="executive_promotion_card">
            <a:extLst xmlns:a="http://schemas.openxmlformats.org/drawingml/2006/main">
              <a:ext uri="{FF2B5EF4-FFF2-40B4-BE49-F238E27FC236}">
                <a16:creationId xmlns:a16="http://schemas.microsoft.com/office/drawing/2014/main" id="{743F2374-AF44-46C2-AA00-F85FEC56E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1533525"/>
            <a:ext cx="16573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54" name="executive_supervision_card">
            <a:extLst xmlns:a="http://schemas.openxmlformats.org/drawingml/2006/main">
              <a:ext uri="{FF2B5EF4-FFF2-40B4-BE49-F238E27FC236}">
                <a16:creationId xmlns:a16="http://schemas.microsoft.com/office/drawing/2014/main" id="{7734FF85-4975-49BB-B030-13E6F1F36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1533525"/>
            <a:ext cx="16573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55" name="ops_scenario_card">
            <a:extLst xmlns:a="http://schemas.openxmlformats.org/drawingml/2006/main">
              <a:ext uri="{FF2B5EF4-FFF2-40B4-BE49-F238E27FC236}">
                <a16:creationId xmlns:a16="http://schemas.microsoft.com/office/drawing/2014/main" id="{7BC75AEC-BE49-4DAF-8ADA-C144270B4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095625"/>
            <a:ext cx="1524000" cy="933450"/>
          </a:xfrm>
          <a:prstGeom xmlns:a="http://schemas.openxmlformats.org/drawingml/2006/main" prst="roundRect">
            <a:avLst>
              <a:gd name="adj" fmla="val 918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DE6F7"/>
            </a:solidFill>
            <a:prstDash val="solid"/>
          </a:ln>
        </p:spPr>
      </p:sp>
      <p:sp>
        <p:nvSpPr>
          <p:cNvPr id="56" name="ops_tooling_card">
            <a:extLst xmlns:a="http://schemas.openxmlformats.org/drawingml/2006/main">
              <a:ext uri="{FF2B5EF4-FFF2-40B4-BE49-F238E27FC236}">
                <a16:creationId xmlns:a16="http://schemas.microsoft.com/office/drawing/2014/main" id="{B4DEF495-C198-4540-B70B-5A437D53F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3095625"/>
            <a:ext cx="1524000" cy="933450"/>
          </a:xfrm>
          <a:prstGeom xmlns:a="http://schemas.openxmlformats.org/drawingml/2006/main" prst="roundRect">
            <a:avLst>
              <a:gd name="adj" fmla="val 918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DE6F7"/>
            </a:solidFill>
            <a:prstDash val="solid"/>
          </a:ln>
        </p:spPr>
      </p:sp>
      <p:sp>
        <p:nvSpPr>
          <p:cNvPr id="57" name="ops_knowledge_card">
            <a:extLst xmlns:a="http://schemas.openxmlformats.org/drawingml/2006/main">
              <a:ext uri="{FF2B5EF4-FFF2-40B4-BE49-F238E27FC236}">
                <a16:creationId xmlns:a16="http://schemas.microsoft.com/office/drawing/2014/main" id="{6F712A2D-5747-4536-9725-A14CC2457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3095625"/>
            <a:ext cx="1524000" cy="933450"/>
          </a:xfrm>
          <a:prstGeom xmlns:a="http://schemas.openxmlformats.org/drawingml/2006/main" prst="roundRect">
            <a:avLst>
              <a:gd name="adj" fmla="val 918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DE6F7"/>
            </a:solidFill>
            <a:prstDash val="solid"/>
          </a:ln>
        </p:spPr>
      </p:sp>
      <p:sp>
        <p:nvSpPr>
          <p:cNvPr id="58" name="ops_governance_card">
            <a:extLst xmlns:a="http://schemas.openxmlformats.org/drawingml/2006/main">
              <a:ext uri="{FF2B5EF4-FFF2-40B4-BE49-F238E27FC236}">
                <a16:creationId xmlns:a16="http://schemas.microsoft.com/office/drawing/2014/main" id="{83A307C3-4B52-4709-ABFD-81EB1F409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3095625"/>
            <a:ext cx="1524000" cy="933450"/>
          </a:xfrm>
          <a:prstGeom xmlns:a="http://schemas.openxmlformats.org/drawingml/2006/main" prst="roundRect">
            <a:avLst>
              <a:gd name="adj" fmla="val 918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DE6F7"/>
            </a:solidFill>
            <a:prstDash val="solid"/>
          </a:ln>
        </p:spPr>
      </p:sp>
      <p:sp>
        <p:nvSpPr>
          <p:cNvPr id="59" name="ops_metrics_card">
            <a:extLst xmlns:a="http://schemas.openxmlformats.org/drawingml/2006/main">
              <a:ext uri="{FF2B5EF4-FFF2-40B4-BE49-F238E27FC236}">
                <a16:creationId xmlns:a16="http://schemas.microsoft.com/office/drawing/2014/main" id="{BC3332AF-7531-4F55-981B-5E1C0DD42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3095625"/>
            <a:ext cx="1524000" cy="933450"/>
          </a:xfrm>
          <a:prstGeom xmlns:a="http://schemas.openxmlformats.org/drawingml/2006/main" prst="roundRect">
            <a:avLst>
              <a:gd name="adj" fmla="val 918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DE6F7"/>
            </a:solidFill>
            <a:prstDash val="solid"/>
          </a:ln>
        </p:spPr>
      </p:sp>
      <p:sp>
        <p:nvSpPr>
          <p:cNvPr id="60" name="department_product_card">
            <a:extLst xmlns:a="http://schemas.openxmlformats.org/drawingml/2006/main">
              <a:ext uri="{FF2B5EF4-FFF2-40B4-BE49-F238E27FC236}">
                <a16:creationId xmlns:a16="http://schemas.microsoft.com/office/drawing/2014/main" id="{9C40A6DE-C5A1-4A5D-812A-48DF6F3B5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695825"/>
            <a:ext cx="1485900" cy="1371600"/>
          </a:xfrm>
          <a:prstGeom xmlns:a="http://schemas.openxmlformats.org/drawingml/2006/main" prst="roundRect">
            <a:avLst>
              <a:gd name="adj" fmla="val 69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1F0"/>
            </a:solidFill>
            <a:prstDash val="solid"/>
          </a:ln>
        </p:spPr>
      </p:sp>
      <p:sp>
        <p:nvSpPr>
          <p:cNvPr id="61" name="department_engineering_card">
            <a:extLst xmlns:a="http://schemas.openxmlformats.org/drawingml/2006/main">
              <a:ext uri="{FF2B5EF4-FFF2-40B4-BE49-F238E27FC236}">
                <a16:creationId xmlns:a16="http://schemas.microsoft.com/office/drawing/2014/main" id="{A47AB2E8-67D8-4703-8C07-F6146C083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695825"/>
            <a:ext cx="1485900" cy="1371600"/>
          </a:xfrm>
          <a:prstGeom xmlns:a="http://schemas.openxmlformats.org/drawingml/2006/main" prst="roundRect">
            <a:avLst>
              <a:gd name="adj" fmla="val 69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1F0"/>
            </a:solidFill>
            <a:prstDash val="solid"/>
          </a:ln>
        </p:spPr>
      </p:sp>
      <p:sp>
        <p:nvSpPr>
          <p:cNvPr id="62" name="department_testing_card">
            <a:extLst xmlns:a="http://schemas.openxmlformats.org/drawingml/2006/main">
              <a:ext uri="{FF2B5EF4-FFF2-40B4-BE49-F238E27FC236}">
                <a16:creationId xmlns:a16="http://schemas.microsoft.com/office/drawing/2014/main" id="{7265C1A0-AC71-44A7-B29B-7A87C14FB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695825"/>
            <a:ext cx="1485900" cy="1371600"/>
          </a:xfrm>
          <a:prstGeom xmlns:a="http://schemas.openxmlformats.org/drawingml/2006/main" prst="roundRect">
            <a:avLst>
              <a:gd name="adj" fmla="val 69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1F0"/>
            </a:solidFill>
            <a:prstDash val="solid"/>
          </a:ln>
        </p:spPr>
      </p:sp>
      <p:sp>
        <p:nvSpPr>
          <p:cNvPr id="63" name="department_marketing_card">
            <a:extLst xmlns:a="http://schemas.openxmlformats.org/drawingml/2006/main">
              <a:ext uri="{FF2B5EF4-FFF2-40B4-BE49-F238E27FC236}">
                <a16:creationId xmlns:a16="http://schemas.microsoft.com/office/drawing/2014/main" id="{CEDB49BE-645D-447E-9B12-D345B9306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695825"/>
            <a:ext cx="1485900" cy="1371600"/>
          </a:xfrm>
          <a:prstGeom xmlns:a="http://schemas.openxmlformats.org/drawingml/2006/main" prst="roundRect">
            <a:avLst>
              <a:gd name="adj" fmla="val 69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1F0"/>
            </a:solidFill>
            <a:prstDash val="solid"/>
          </a:ln>
        </p:spPr>
      </p:sp>
      <p:sp>
        <p:nvSpPr>
          <p:cNvPr id="64" name="department_delivery_card">
            <a:extLst xmlns:a="http://schemas.openxmlformats.org/drawingml/2006/main">
              <a:ext uri="{FF2B5EF4-FFF2-40B4-BE49-F238E27FC236}">
                <a16:creationId xmlns:a16="http://schemas.microsoft.com/office/drawing/2014/main" id="{E8D09EFF-4E6B-40F7-8313-BD0BDDB11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695825"/>
            <a:ext cx="1485900" cy="1371600"/>
          </a:xfrm>
          <a:prstGeom xmlns:a="http://schemas.openxmlformats.org/drawingml/2006/main" prst="roundRect">
            <a:avLst>
              <a:gd name="adj" fmla="val 69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1F0"/>
            </a:solidFill>
            <a:prstDash val="solid"/>
          </a:ln>
        </p:spPr>
      </p:sp>
      <p:sp>
        <p:nvSpPr>
          <p:cNvPr id="65" name="department_management_card">
            <a:extLst xmlns:a="http://schemas.openxmlformats.org/drawingml/2006/main">
              <a:ext uri="{FF2B5EF4-FFF2-40B4-BE49-F238E27FC236}">
                <a16:creationId xmlns:a16="http://schemas.microsoft.com/office/drawing/2014/main" id="{733E401D-298B-49FF-8062-4EB81E567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4695825"/>
            <a:ext cx="1485900" cy="1371600"/>
          </a:xfrm>
          <a:prstGeom xmlns:a="http://schemas.openxmlformats.org/drawingml/2006/main" prst="roundRect">
            <a:avLst>
              <a:gd name="adj" fmla="val 69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1F0"/>
            </a:solidFill>
            <a:prstDash val="solid"/>
          </a:ln>
        </p:spPr>
      </p:sp>
      <p:sp>
        <p:nvSpPr>
          <p:cNvPr id="66" name="asset_prompt_card">
            <a:extLst xmlns:a="http://schemas.openxmlformats.org/drawingml/2006/main">
              <a:ext uri="{FF2B5EF4-FFF2-40B4-BE49-F238E27FC236}">
                <a16:creationId xmlns:a16="http://schemas.microsoft.com/office/drawing/2014/main" id="{136C7244-86D5-480D-B4C6-E6DE676C9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6381750"/>
            <a:ext cx="914400" cy="714375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1F0"/>
            </a:solidFill>
            <a:prstDash val="solid"/>
          </a:ln>
        </p:spPr>
      </p:sp>
      <p:sp>
        <p:nvSpPr>
          <p:cNvPr id="67" name="asset_agent_card">
            <a:extLst xmlns:a="http://schemas.openxmlformats.org/drawingml/2006/main">
              <a:ext uri="{FF2B5EF4-FFF2-40B4-BE49-F238E27FC236}">
                <a16:creationId xmlns:a16="http://schemas.microsoft.com/office/drawing/2014/main" id="{1106747A-036B-40A8-B8EB-4697C20BD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6381750"/>
            <a:ext cx="914400" cy="714375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1F0"/>
            </a:solidFill>
            <a:prstDash val="solid"/>
          </a:ln>
        </p:spPr>
      </p:sp>
      <p:sp>
        <p:nvSpPr>
          <p:cNvPr id="68" name="asset_skill_card">
            <a:extLst xmlns:a="http://schemas.openxmlformats.org/drawingml/2006/main">
              <a:ext uri="{FF2B5EF4-FFF2-40B4-BE49-F238E27FC236}">
                <a16:creationId xmlns:a16="http://schemas.microsoft.com/office/drawing/2014/main" id="{A7CC4F83-1EE8-4411-8813-A661079BC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381750"/>
            <a:ext cx="914400" cy="714375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1F0"/>
            </a:solidFill>
            <a:prstDash val="solid"/>
          </a:ln>
        </p:spPr>
      </p:sp>
      <p:sp>
        <p:nvSpPr>
          <p:cNvPr id="69" name="asset_knowledge_card">
            <a:extLst xmlns:a="http://schemas.openxmlformats.org/drawingml/2006/main">
              <a:ext uri="{FF2B5EF4-FFF2-40B4-BE49-F238E27FC236}">
                <a16:creationId xmlns:a16="http://schemas.microsoft.com/office/drawing/2014/main" id="{5C82C71B-099F-4A41-BE42-BBB435DDC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6381750"/>
            <a:ext cx="914400" cy="714375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1F0"/>
            </a:solidFill>
            <a:prstDash val="solid"/>
          </a:ln>
        </p:spPr>
      </p:sp>
      <p:sp>
        <p:nvSpPr>
          <p:cNvPr id="70" name="asset_sop_card">
            <a:extLst xmlns:a="http://schemas.openxmlformats.org/drawingml/2006/main">
              <a:ext uri="{FF2B5EF4-FFF2-40B4-BE49-F238E27FC236}">
                <a16:creationId xmlns:a16="http://schemas.microsoft.com/office/drawing/2014/main" id="{D3E6E575-536B-4A69-B3D0-5E97CAC0E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6381750"/>
            <a:ext cx="914400" cy="714375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1F0"/>
            </a:solidFill>
            <a:prstDash val="solid"/>
          </a:ln>
        </p:spPr>
      </p:sp>
      <p:sp>
        <p:nvSpPr>
          <p:cNvPr id="71" name="asset_template_card">
            <a:extLst xmlns:a="http://schemas.openxmlformats.org/drawingml/2006/main">
              <a:ext uri="{FF2B5EF4-FFF2-40B4-BE49-F238E27FC236}">
                <a16:creationId xmlns:a16="http://schemas.microsoft.com/office/drawing/2014/main" id="{3A7B6CE2-2713-4FED-98C9-661DA6051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6381750"/>
            <a:ext cx="914400" cy="714375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1F0"/>
            </a:solidFill>
            <a:prstDash val="solid"/>
          </a:ln>
        </p:spPr>
      </p:sp>
      <p:sp>
        <p:nvSpPr>
          <p:cNvPr id="72" name="asset_case_card">
            <a:extLst xmlns:a="http://schemas.openxmlformats.org/drawingml/2006/main">
              <a:ext uri="{FF2B5EF4-FFF2-40B4-BE49-F238E27FC236}">
                <a16:creationId xmlns:a16="http://schemas.microsoft.com/office/drawing/2014/main" id="{FC893842-37F9-441B-9071-8B32BF1BA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381750"/>
            <a:ext cx="914400" cy="714375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1F0"/>
            </a:solidFill>
            <a:prstDash val="solid"/>
          </a:ln>
        </p:spPr>
      </p:sp>
      <p:sp>
        <p:nvSpPr>
          <p:cNvPr id="73" name="asset_evaluation_card">
            <a:extLst xmlns:a="http://schemas.openxmlformats.org/drawingml/2006/main">
              <a:ext uri="{FF2B5EF4-FFF2-40B4-BE49-F238E27FC236}">
                <a16:creationId xmlns:a16="http://schemas.microsoft.com/office/drawing/2014/main" id="{D80CE282-16E2-4D72-BD1A-E87B111F3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6381750"/>
            <a:ext cx="914400" cy="714375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1F0"/>
            </a:solidFill>
            <a:prstDash val="solid"/>
          </a:ln>
        </p:spPr>
      </p:sp>
      <p:sp>
        <p:nvSpPr>
          <p:cNvPr id="74" name="asset_security_card">
            <a:extLst xmlns:a="http://schemas.openxmlformats.org/drawingml/2006/main">
              <a:ext uri="{FF2B5EF4-FFF2-40B4-BE49-F238E27FC236}">
                <a16:creationId xmlns:a16="http://schemas.microsoft.com/office/drawing/2014/main" id="{D01C7E7D-6A49-4C3A-9D25-FB272A7E2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914400" cy="714375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1F0"/>
            </a:solidFill>
            <a:prstDash val="solid"/>
          </a:ln>
        </p:spPr>
      </p:sp>
      <p:sp>
        <p:nvSpPr>
          <p:cNvPr id="75" name="kpi_time_card">
            <a:extLst xmlns:a="http://schemas.openxmlformats.org/drawingml/2006/main">
              <a:ext uri="{FF2B5EF4-FFF2-40B4-BE49-F238E27FC236}">
                <a16:creationId xmlns:a16="http://schemas.microsoft.com/office/drawing/2014/main" id="{AB4B93E0-18C4-40C9-8765-EB75F1099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7667625"/>
            <a:ext cx="1428750" cy="552450"/>
          </a:xfrm>
          <a:prstGeom xmlns:a="http://schemas.openxmlformats.org/drawingml/2006/main" prst="roundRect">
            <a:avLst>
              <a:gd name="adj" fmla="val 1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1F0"/>
            </a:solidFill>
            <a:prstDash val="solid"/>
          </a:ln>
        </p:spPr>
      </p:sp>
      <p:sp>
        <p:nvSpPr>
          <p:cNvPr id="76" name="kpi_quality_card">
            <a:extLst xmlns:a="http://schemas.openxmlformats.org/drawingml/2006/main">
              <a:ext uri="{FF2B5EF4-FFF2-40B4-BE49-F238E27FC236}">
                <a16:creationId xmlns:a16="http://schemas.microsoft.com/office/drawing/2014/main" id="{042CE3A3-2DA5-47A2-9AFE-03C2647D9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7667625"/>
            <a:ext cx="1428750" cy="552450"/>
          </a:xfrm>
          <a:prstGeom xmlns:a="http://schemas.openxmlformats.org/drawingml/2006/main" prst="roundRect">
            <a:avLst>
              <a:gd name="adj" fmla="val 1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1F0"/>
            </a:solidFill>
            <a:prstDash val="solid"/>
          </a:ln>
        </p:spPr>
      </p:sp>
      <p:sp>
        <p:nvSpPr>
          <p:cNvPr id="77" name="kpi_cycle_card">
            <a:extLst xmlns:a="http://schemas.openxmlformats.org/drawingml/2006/main">
              <a:ext uri="{FF2B5EF4-FFF2-40B4-BE49-F238E27FC236}">
                <a16:creationId xmlns:a16="http://schemas.microsoft.com/office/drawing/2014/main" id="{4E89FF61-251B-48CA-8953-22A8E540F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7667625"/>
            <a:ext cx="1428750" cy="552450"/>
          </a:xfrm>
          <a:prstGeom xmlns:a="http://schemas.openxmlformats.org/drawingml/2006/main" prst="roundRect">
            <a:avLst>
              <a:gd name="adj" fmla="val 1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1F0"/>
            </a:solidFill>
            <a:prstDash val="solid"/>
          </a:ln>
        </p:spPr>
      </p:sp>
      <p:sp>
        <p:nvSpPr>
          <p:cNvPr id="78" name="kpi_reuse_card">
            <a:extLst xmlns:a="http://schemas.openxmlformats.org/drawingml/2006/main">
              <a:ext uri="{FF2B5EF4-FFF2-40B4-BE49-F238E27FC236}">
                <a16:creationId xmlns:a16="http://schemas.microsoft.com/office/drawing/2014/main" id="{92DE81D7-9EC5-4DB1-9B67-C16DD3492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7667625"/>
            <a:ext cx="1428750" cy="552450"/>
          </a:xfrm>
          <a:prstGeom xmlns:a="http://schemas.openxmlformats.org/drawingml/2006/main" prst="roundRect">
            <a:avLst>
              <a:gd name="adj" fmla="val 1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1F0"/>
            </a:solidFill>
            <a:prstDash val="solid"/>
          </a:ln>
        </p:spPr>
      </p:sp>
      <p:sp>
        <p:nvSpPr>
          <p:cNvPr id="79" name="kpi_cost_card">
            <a:extLst xmlns:a="http://schemas.openxmlformats.org/drawingml/2006/main">
              <a:ext uri="{FF2B5EF4-FFF2-40B4-BE49-F238E27FC236}">
                <a16:creationId xmlns:a16="http://schemas.microsoft.com/office/drawing/2014/main" id="{0D0CE2F1-7812-4A06-81C5-A64D90B19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7667625"/>
            <a:ext cx="1428750" cy="552450"/>
          </a:xfrm>
          <a:prstGeom xmlns:a="http://schemas.openxmlformats.org/drawingml/2006/main" prst="roundRect">
            <a:avLst>
              <a:gd name="adj" fmla="val 1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1F0"/>
            </a:solidFill>
            <a:prstDash val="solid"/>
          </a:ln>
        </p:spPr>
      </p:sp>
      <p:sp>
        <p:nvSpPr>
          <p:cNvPr id="80" name="kpi_response_card">
            <a:extLst xmlns:a="http://schemas.openxmlformats.org/drawingml/2006/main">
              <a:ext uri="{FF2B5EF4-FFF2-40B4-BE49-F238E27FC236}">
                <a16:creationId xmlns:a16="http://schemas.microsoft.com/office/drawing/2014/main" id="{508E8948-4A99-439E-9900-6F6A8BD1E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7667625"/>
            <a:ext cx="1428750" cy="552450"/>
          </a:xfrm>
          <a:prstGeom xmlns:a="http://schemas.openxmlformats.org/drawingml/2006/main" prst="roundRect">
            <a:avLst>
              <a:gd name="adj" fmla="val 1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1F0"/>
            </a:solidFill>
            <a:prstDash val="solid"/>
          </a:ln>
        </p:spPr>
      </p:sp>
      <p:sp>
        <p:nvSpPr>
          <p:cNvPr id="81" name="weekly_sync_meeting">
            <a:extLst xmlns:a="http://schemas.openxmlformats.org/drawingml/2006/main">
              <a:ext uri="{FF2B5EF4-FFF2-40B4-BE49-F238E27FC236}">
                <a16:creationId xmlns:a16="http://schemas.microsoft.com/office/drawing/2014/main" id="{EA29DBD2-B46D-43F6-B46A-6875152D2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49325" y="7153275"/>
            <a:ext cx="190500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8FC8CE"/>
            </a:solidFill>
            <a:prstDash val="solid"/>
          </a:ln>
        </p:spPr>
      </p:sp>
      <p:sp>
        <p:nvSpPr>
          <p:cNvPr id="82" name="core_goals_header">
            <a:extLst xmlns:a="http://schemas.openxmlformats.org/drawingml/2006/main">
              <a:ext uri="{FF2B5EF4-FFF2-40B4-BE49-F238E27FC236}">
                <a16:creationId xmlns:a16="http://schemas.microsoft.com/office/drawing/2014/main" id="{20E002F1-7076-434E-A3D4-F0101514A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923925"/>
            <a:ext cx="19240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36B00"/>
          </a:solidFill>
          <a:ln xmlns:a="http://schemas.openxmlformats.org/drawingml/2006/main" w="9525">
            <a:solidFill>
              <a:srgbClr val="F36B00"/>
            </a:solidFill>
            <a:prstDash val="solid"/>
          </a:ln>
        </p:spPr>
      </p:sp>
      <p:sp>
        <p:nvSpPr>
          <p:cNvPr id="83" name="step_1_badge">
            <a:extLst xmlns:a="http://schemas.openxmlformats.org/drawingml/2006/main">
              <a:ext uri="{FF2B5EF4-FFF2-40B4-BE49-F238E27FC236}">
                <a16:creationId xmlns:a16="http://schemas.microsoft.com/office/drawing/2014/main" id="{9371EB0D-E9E7-4A82-8603-AC9C48DA6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1066800"/>
            <a:ext cx="409575" cy="41910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1554D1"/>
          </a:solidFill>
          <a:ln xmlns:a="http://schemas.openxmlformats.org/drawingml/2006/main" w="9525">
            <a:solidFill>
              <a:srgbClr val="1554D1"/>
            </a:solidFill>
            <a:prstDash val="solid"/>
          </a:ln>
        </p:spPr>
      </p:sp>
      <p:sp>
        <p:nvSpPr>
          <p:cNvPr id="84" name="step_2_badge">
            <a:extLst xmlns:a="http://schemas.openxmlformats.org/drawingml/2006/main">
              <a:ext uri="{FF2B5EF4-FFF2-40B4-BE49-F238E27FC236}">
                <a16:creationId xmlns:a16="http://schemas.microsoft.com/office/drawing/2014/main" id="{12E298E0-BF0D-46C9-B165-CFC7113B7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2371725"/>
            <a:ext cx="409575" cy="41910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1554D1"/>
          </a:solidFill>
          <a:ln xmlns:a="http://schemas.openxmlformats.org/drawingml/2006/main" w="9525">
            <a:solidFill>
              <a:srgbClr val="1554D1"/>
            </a:solidFill>
            <a:prstDash val="solid"/>
          </a:ln>
        </p:spPr>
      </p:sp>
      <p:sp>
        <p:nvSpPr>
          <p:cNvPr id="85" name="step_3_badge">
            <a:extLst xmlns:a="http://schemas.openxmlformats.org/drawingml/2006/main">
              <a:ext uri="{FF2B5EF4-FFF2-40B4-BE49-F238E27FC236}">
                <a16:creationId xmlns:a16="http://schemas.microsoft.com/office/drawing/2014/main" id="{4A6401B0-6ABB-464B-AA54-1D80F63D7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4391025"/>
            <a:ext cx="409575" cy="41910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1554D1"/>
          </a:solidFill>
          <a:ln xmlns:a="http://schemas.openxmlformats.org/drawingml/2006/main" w="9525">
            <a:solidFill>
              <a:srgbClr val="1554D1"/>
            </a:solidFill>
            <a:prstDash val="solid"/>
          </a:ln>
        </p:spPr>
      </p:sp>
      <p:sp>
        <p:nvSpPr>
          <p:cNvPr id="86" name="step_4_badge">
            <a:extLst xmlns:a="http://schemas.openxmlformats.org/drawingml/2006/main">
              <a:ext uri="{FF2B5EF4-FFF2-40B4-BE49-F238E27FC236}">
                <a16:creationId xmlns:a16="http://schemas.microsoft.com/office/drawing/2014/main" id="{FBA14CF5-386E-4C08-894F-5BE47AE98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6296025"/>
            <a:ext cx="409575" cy="41910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1554D1"/>
          </a:solidFill>
          <a:ln xmlns:a="http://schemas.openxmlformats.org/drawingml/2006/main" w="9525">
            <a:solidFill>
              <a:srgbClr val="1554D1"/>
            </a:solidFill>
            <a:prstDash val="solid"/>
          </a:ln>
        </p:spPr>
      </p:sp>
      <p:sp>
        <p:nvSpPr>
          <p:cNvPr id="87" name="step_5_badge">
            <a:extLst xmlns:a="http://schemas.openxmlformats.org/drawingml/2006/main">
              <a:ext uri="{FF2B5EF4-FFF2-40B4-BE49-F238E27FC236}">
                <a16:creationId xmlns:a16="http://schemas.microsoft.com/office/drawing/2014/main" id="{DA738E04-055A-4A2B-BD97-3545C4748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7562850"/>
            <a:ext cx="409575" cy="41910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1554D1"/>
          </a:solidFill>
          <a:ln xmlns:a="http://schemas.openxmlformats.org/drawingml/2006/main" w="9525">
            <a:solidFill>
              <a:srgbClr val="1554D1"/>
            </a:solidFill>
            <a:prstDash val="solid"/>
          </a:ln>
        </p:spPr>
      </p:sp>
      <p:sp>
        <p:nvSpPr>
          <p:cNvPr id="88" name="direct_to_top_tag">
            <a:extLst xmlns:a="http://schemas.openxmlformats.org/drawingml/2006/main">
              <a:ext uri="{FF2B5EF4-FFF2-40B4-BE49-F238E27FC236}">
                <a16:creationId xmlns:a16="http://schemas.microsoft.com/office/drawing/2014/main" id="{23A24C85-0F3D-4C1F-B617-11012CC06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457450"/>
            <a:ext cx="10287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6B00"/>
          </a:solidFill>
          <a:ln xmlns:a="http://schemas.openxmlformats.org/drawingml/2006/main" w="9525">
            <a:solidFill>
              <a:srgbClr val="F36B00"/>
            </a:solidFill>
            <a:prstDash val="solid"/>
          </a:ln>
        </p:spPr>
      </p:sp>
      <p:sp>
        <p:nvSpPr>
          <p:cNvPr id="89" name="weekly_review_tag">
            <a:extLst xmlns:a="http://schemas.openxmlformats.org/drawingml/2006/main">
              <a:ext uri="{FF2B5EF4-FFF2-40B4-BE49-F238E27FC236}">
                <a16:creationId xmlns:a16="http://schemas.microsoft.com/office/drawing/2014/main" id="{C9A9CB73-93EB-47F8-9359-25A2C341F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705225"/>
            <a:ext cx="8763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6B00"/>
          </a:solidFill>
          <a:ln xmlns:a="http://schemas.openxmlformats.org/drawingml/2006/main" w="9525">
            <a:solidFill>
              <a:srgbClr val="F36B00"/>
            </a:solidFill>
            <a:prstDash val="solid"/>
          </a:ln>
        </p:spPr>
      </p:sp>
      <p:sp>
        <p:nvSpPr>
          <p:cNvPr id="90" name="matrix_label">
            <a:extLst xmlns:a="http://schemas.openxmlformats.org/drawingml/2006/main">
              <a:ext uri="{FF2B5EF4-FFF2-40B4-BE49-F238E27FC236}">
                <a16:creationId xmlns:a16="http://schemas.microsoft.com/office/drawing/2014/main" id="{CE42DEA9-40FA-4435-A255-2A864589F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333875"/>
            <a:ext cx="1238250" cy="36195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0A45B8"/>
          </a:solidFill>
          <a:ln xmlns:a="http://schemas.openxmlformats.org/drawingml/2006/main" w="9525">
            <a:solidFill>
              <a:srgbClr val="0A45B8"/>
            </a:solidFill>
            <a:prstDash val="solid"/>
          </a:ln>
        </p:spPr>
      </p:sp>
      <p:sp>
        <p:nvSpPr>
          <p:cNvPr id="91" name="final_goal_banner">
            <a:extLst xmlns:a="http://schemas.openxmlformats.org/drawingml/2006/main">
              <a:ext uri="{FF2B5EF4-FFF2-40B4-BE49-F238E27FC236}">
                <a16:creationId xmlns:a16="http://schemas.microsoft.com/office/drawing/2014/main" id="{317C0CD0-5378-45E2-863E-34516360F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8286750"/>
            <a:ext cx="9544050" cy="419100"/>
          </a:xfrm>
          <a:prstGeom xmlns:a="http://schemas.openxmlformats.org/drawingml/2006/main" prst="roundRect">
            <a:avLst>
              <a:gd name="adj" fmla="val 15909"/>
            </a:avLst>
          </a:prstGeom>
          <a:solidFill xmlns:a="http://schemas.openxmlformats.org/drawingml/2006/main">
            <a:srgbClr val="0A45B8"/>
          </a:solidFill>
          <a:ln xmlns:a="http://schemas.openxmlformats.org/drawingml/2006/main" w="9525">
            <a:solidFill>
              <a:srgbClr val="0A45B8"/>
            </a:solidFill>
            <a:prstDash val="solid"/>
          </a:ln>
        </p:spPr>
      </p:sp>
      <p:sp>
        <p:nvSpPr>
          <p:cNvPr id="92" name="mechanism_header">
            <a:extLst xmlns:a="http://schemas.openxmlformats.org/drawingml/2006/main">
              <a:ext uri="{FF2B5EF4-FFF2-40B4-BE49-F238E27FC236}">
                <a16:creationId xmlns:a16="http://schemas.microsoft.com/office/drawing/2014/main" id="{8E731AFF-B4A5-473E-AA43-1A379EF36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68375" y="942975"/>
            <a:ext cx="190500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078C93"/>
          </a:solidFill>
          <a:ln xmlns:a="http://schemas.openxmlformats.org/drawingml/2006/main" w="9525">
            <a:solidFill>
              <a:srgbClr val="078C93"/>
            </a:solidFill>
            <a:prstDash val="solid"/>
          </a:ln>
        </p:spPr>
      </p:sp>
      <p:pic>
        <p:nvPicPr>
          <p:cNvPr id="3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620b94f35842af">
            <a:extLst>
              <a:ext uri="{96DAC541-7B7A-43D3-8B79-37D633B846F1}">
                <asvg:svgBlip xmlns:asvg="http://schemas.microsoft.com/office/drawing/2016/SVG/main" r:embed="R2ea0383ab2564d0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57200" y="1809750"/>
            <a:ext cx="428625" cy="428625"/>
          </a:xfrm>
          <a:prstGeom xmlns:a="http://schemas.openxmlformats.org/drawingml/2006/main" prst="rect">
            <a:avLst/>
          </a:prstGeom>
        </p:spPr>
      </p:pic>
      <p:pic>
        <p:nvPicPr>
          <p:cNvPr id="3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f15768cae8476d">
            <a:extLst>
              <a:ext uri="{96DAC541-7B7A-43D3-8B79-37D633B846F1}">
                <asvg:svgBlip xmlns:asvg="http://schemas.microsoft.com/office/drawing/2016/SVG/main" r:embed="R2e6e674abb52426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57200" y="3190875"/>
            <a:ext cx="428625" cy="428625"/>
          </a:xfrm>
          <a:prstGeom xmlns:a="http://schemas.openxmlformats.org/drawingml/2006/main" prst="rect">
            <a:avLst/>
          </a:prstGeom>
        </p:spPr>
      </p:pic>
      <p:pic>
        <p:nvPicPr>
          <p:cNvPr id="3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a27d7e096c4413">
            <a:extLst>
              <a:ext uri="{96DAC541-7B7A-43D3-8B79-37D633B846F1}">
                <asvg:svgBlip xmlns:asvg="http://schemas.microsoft.com/office/drawing/2016/SVG/main" r:embed="R31db4176d3514e1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57200" y="4486275"/>
            <a:ext cx="428625" cy="428625"/>
          </a:xfrm>
          <a:prstGeom xmlns:a="http://schemas.openxmlformats.org/drawingml/2006/main" prst="rect">
            <a:avLst/>
          </a:prstGeom>
        </p:spPr>
      </p:pic>
      <p:pic>
        <p:nvPicPr>
          <p:cNvPr id="3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fc4c5905e740f1">
            <a:extLst>
              <a:ext uri="{96DAC541-7B7A-43D3-8B79-37D633B846F1}">
                <asvg:svgBlip xmlns:asvg="http://schemas.microsoft.com/office/drawing/2016/SVG/main" r:embed="R2be532fc54844fb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57200" y="5857875"/>
            <a:ext cx="428625" cy="428625"/>
          </a:xfrm>
          <a:prstGeom xmlns:a="http://schemas.openxmlformats.org/drawingml/2006/main" prst="rect">
            <a:avLst/>
          </a:prstGeom>
        </p:spPr>
      </p:pic>
      <p:pic>
        <p:nvPicPr>
          <p:cNvPr id="3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48035bd5c44a6f">
            <a:extLst>
              <a:ext uri="{96DAC541-7B7A-43D3-8B79-37D633B846F1}">
                <asvg:svgBlip xmlns:asvg="http://schemas.microsoft.com/office/drawing/2016/SVG/main" r:embed="R233930563c12484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57200" y="7296150"/>
            <a:ext cx="428625" cy="428625"/>
          </a:xfrm>
          <a:prstGeom xmlns:a="http://schemas.openxmlformats.org/drawingml/2006/main" prst="rect">
            <a:avLst/>
          </a:prstGeom>
        </p:spPr>
      </p:pic>
      <p:pic>
        <p:nvPicPr>
          <p:cNvPr id="3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2297a55dbd42bf">
            <a:extLst>
              <a:ext uri="{96DAC541-7B7A-43D3-8B79-37D633B846F1}">
                <asvg:svgBlip xmlns:asvg="http://schemas.microsoft.com/office/drawing/2016/SVG/main" r:embed="R519a8c5f91cc4c5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914775" y="1647825"/>
            <a:ext cx="266700" cy="266700"/>
          </a:xfrm>
          <a:prstGeom xmlns:a="http://schemas.openxmlformats.org/drawingml/2006/main" prst="rect">
            <a:avLst/>
          </a:prstGeom>
        </p:spPr>
      </p:pic>
      <p:pic>
        <p:nvPicPr>
          <p:cNvPr id="3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38badd824f42b9">
            <a:extLst>
              <a:ext uri="{96DAC541-7B7A-43D3-8B79-37D633B846F1}">
                <asvg:svgBlip xmlns:asvg="http://schemas.microsoft.com/office/drawing/2016/SVG/main" r:embed="R92b4b2a40ce2447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667375" y="1647825"/>
            <a:ext cx="266700" cy="266700"/>
          </a:xfrm>
          <a:prstGeom xmlns:a="http://schemas.openxmlformats.org/drawingml/2006/main" prst="rect">
            <a:avLst/>
          </a:prstGeom>
        </p:spPr>
      </p:pic>
      <p:pic>
        <p:nvPicPr>
          <p:cNvPr id="3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620e60e7de47d6">
            <a:extLst>
              <a:ext uri="{96DAC541-7B7A-43D3-8B79-37D633B846F1}">
                <asvg:svgBlip xmlns:asvg="http://schemas.microsoft.com/office/drawing/2016/SVG/main" r:embed="R64dd1f280c2b497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419975" y="1647825"/>
            <a:ext cx="266700" cy="266700"/>
          </a:xfrm>
          <a:prstGeom xmlns:a="http://schemas.openxmlformats.org/drawingml/2006/main" prst="rect">
            <a:avLst/>
          </a:prstGeom>
        </p:spPr>
      </p:pic>
      <p:pic>
        <p:nvPicPr>
          <p:cNvPr id="3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d6585d2c5e4aa8">
            <a:extLst>
              <a:ext uri="{96DAC541-7B7A-43D3-8B79-37D633B846F1}">
                <asvg:svgBlip xmlns:asvg="http://schemas.microsoft.com/office/drawing/2016/SVG/main" r:embed="R59584996455f45b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172575" y="1647825"/>
            <a:ext cx="266700" cy="266700"/>
          </a:xfrm>
          <a:prstGeom xmlns:a="http://schemas.openxmlformats.org/drawingml/2006/main" prst="rect">
            <a:avLst/>
          </a:prstGeom>
        </p:spPr>
      </p:pic>
      <p:pic>
        <p:nvPicPr>
          <p:cNvPr id="3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68f5cef4ee4b98">
            <a:extLst>
              <a:ext uri="{96DAC541-7B7A-43D3-8B79-37D633B846F1}">
                <asvg:svgBlip xmlns:asvg="http://schemas.microsoft.com/office/drawing/2016/SVG/main" r:embed="R4abe2252701749e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925175" y="1647825"/>
            <a:ext cx="266700" cy="266700"/>
          </a:xfrm>
          <a:prstGeom xmlns:a="http://schemas.openxmlformats.org/drawingml/2006/main" prst="rect">
            <a:avLst/>
          </a:prstGeom>
        </p:spPr>
      </p:pic>
      <p:pic>
        <p:nvPicPr>
          <p:cNvPr id="3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52f2e8eb0b4053">
            <a:extLst>
              <a:ext uri="{96DAC541-7B7A-43D3-8B79-37D633B846F1}">
                <asvg:svgBlip xmlns:asvg="http://schemas.microsoft.com/office/drawing/2016/SVG/main" r:embed="Rb8fadaa06a524d3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391025" y="3190875"/>
            <a:ext cx="238125" cy="238125"/>
          </a:xfrm>
          <a:prstGeom xmlns:a="http://schemas.openxmlformats.org/drawingml/2006/main" prst="rect">
            <a:avLst/>
          </a:prstGeom>
        </p:spPr>
      </p:pic>
      <p:pic>
        <p:nvPicPr>
          <p:cNvPr id="3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3a769b78b741eb">
            <a:extLst>
              <a:ext uri="{96DAC541-7B7A-43D3-8B79-37D633B846F1}">
                <asvg:svgBlip xmlns:asvg="http://schemas.microsoft.com/office/drawing/2016/SVG/main" r:embed="Reede92d453094fe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972175" y="3190875"/>
            <a:ext cx="238125" cy="238125"/>
          </a:xfrm>
          <a:prstGeom xmlns:a="http://schemas.openxmlformats.org/drawingml/2006/main" prst="rect">
            <a:avLst/>
          </a:prstGeom>
        </p:spPr>
      </p:pic>
      <p:pic>
        <p:nvPicPr>
          <p:cNvPr id="3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11ef22a99a4af9">
            <a:extLst>
              <a:ext uri="{96DAC541-7B7A-43D3-8B79-37D633B846F1}">
                <asvg:svgBlip xmlns:asvg="http://schemas.microsoft.com/office/drawing/2016/SVG/main" r:embed="Rfe9adf85dcb8432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553325" y="3190875"/>
            <a:ext cx="238125" cy="238125"/>
          </a:xfrm>
          <a:prstGeom xmlns:a="http://schemas.openxmlformats.org/drawingml/2006/main" prst="rect">
            <a:avLst/>
          </a:prstGeom>
        </p:spPr>
      </p:pic>
      <p:pic>
        <p:nvPicPr>
          <p:cNvPr id="3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18421dc1fc4751">
            <a:extLst>
              <a:ext uri="{96DAC541-7B7A-43D3-8B79-37D633B846F1}">
                <asvg:svgBlip xmlns:asvg="http://schemas.microsoft.com/office/drawing/2016/SVG/main" r:embed="Re75b7f018e87429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134475" y="3190875"/>
            <a:ext cx="238125" cy="238125"/>
          </a:xfrm>
          <a:prstGeom xmlns:a="http://schemas.openxmlformats.org/drawingml/2006/main" prst="rect">
            <a:avLst/>
          </a:prstGeom>
        </p:spPr>
      </p:pic>
      <p:pic>
        <p:nvPicPr>
          <p:cNvPr id="3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104a67c152437b">
            <a:extLst>
              <a:ext uri="{96DAC541-7B7A-43D3-8B79-37D633B846F1}">
                <asvg:svgBlip xmlns:asvg="http://schemas.microsoft.com/office/drawing/2016/SVG/main" r:embed="R827ac8b772ac4ec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715625" y="3190875"/>
            <a:ext cx="238125" cy="238125"/>
          </a:xfrm>
          <a:prstGeom xmlns:a="http://schemas.openxmlformats.org/drawingml/2006/main" prst="rect">
            <a:avLst/>
          </a:prstGeom>
        </p:spPr>
      </p:pic>
      <p:pic>
        <p:nvPicPr>
          <p:cNvPr id="3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d370a890be4f3f">
            <a:extLst>
              <a:ext uri="{96DAC541-7B7A-43D3-8B79-37D633B846F1}">
                <asvg:svgBlip xmlns:asvg="http://schemas.microsoft.com/office/drawing/2016/SVG/main" r:embed="R49bf3dda54fc4e8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476625" y="4800600"/>
            <a:ext cx="257175" cy="257175"/>
          </a:xfrm>
          <a:prstGeom xmlns:a="http://schemas.openxmlformats.org/drawingml/2006/main" prst="rect">
            <a:avLst/>
          </a:prstGeom>
        </p:spPr>
      </p:pic>
      <p:pic>
        <p:nvPicPr>
          <p:cNvPr id="3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48f8668bf743c3">
            <a:extLst>
              <a:ext uri="{96DAC541-7B7A-43D3-8B79-37D633B846F1}">
                <asvg:svgBlip xmlns:asvg="http://schemas.microsoft.com/office/drawing/2016/SVG/main" r:embed="R81d8bacf347b48d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057775" y="4800600"/>
            <a:ext cx="257175" cy="257175"/>
          </a:xfrm>
          <a:prstGeom xmlns:a="http://schemas.openxmlformats.org/drawingml/2006/main" prst="rect">
            <a:avLst/>
          </a:prstGeom>
        </p:spPr>
      </p:pic>
      <p:pic>
        <p:nvPicPr>
          <p:cNvPr id="3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c969bb4c6f477a">
            <a:extLst>
              <a:ext uri="{96DAC541-7B7A-43D3-8B79-37D633B846F1}">
                <asvg:svgBlip xmlns:asvg="http://schemas.microsoft.com/office/drawing/2016/SVG/main" r:embed="R5464d0cbf44a40c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638925" y="4800600"/>
            <a:ext cx="257175" cy="257175"/>
          </a:xfrm>
          <a:prstGeom xmlns:a="http://schemas.openxmlformats.org/drawingml/2006/main" prst="rect">
            <a:avLst/>
          </a:prstGeom>
        </p:spPr>
      </p:pic>
      <p:pic>
        <p:nvPicPr>
          <p:cNvPr id="3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74335f7bde4608">
            <a:extLst>
              <a:ext uri="{96DAC541-7B7A-43D3-8B79-37D633B846F1}">
                <asvg:svgBlip xmlns:asvg="http://schemas.microsoft.com/office/drawing/2016/SVG/main" r:embed="Rdb238f14b07b4d5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220075" y="4800600"/>
            <a:ext cx="257175" cy="257175"/>
          </a:xfrm>
          <a:prstGeom xmlns:a="http://schemas.openxmlformats.org/drawingml/2006/main" prst="rect">
            <a:avLst/>
          </a:prstGeom>
        </p:spPr>
      </p:pic>
      <p:pic>
        <p:nvPicPr>
          <p:cNvPr id="3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35826bc24e4e4e">
            <a:extLst>
              <a:ext uri="{96DAC541-7B7A-43D3-8B79-37D633B846F1}">
                <asvg:svgBlip xmlns:asvg="http://schemas.microsoft.com/office/drawing/2016/SVG/main" r:embed="Reda40c4115514bc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801225" y="4800600"/>
            <a:ext cx="257175" cy="257175"/>
          </a:xfrm>
          <a:prstGeom xmlns:a="http://schemas.openxmlformats.org/drawingml/2006/main" prst="rect">
            <a:avLst/>
          </a:prstGeom>
        </p:spPr>
      </p:pic>
      <p:pic>
        <p:nvPicPr>
          <p:cNvPr id="3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0179054456463d">
            <a:extLst>
              <a:ext uri="{96DAC541-7B7A-43D3-8B79-37D633B846F1}">
                <asvg:svgBlip xmlns:asvg="http://schemas.microsoft.com/office/drawing/2016/SVG/main" r:embed="R614219aa474042c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1382375" y="4800600"/>
            <a:ext cx="257175" cy="257175"/>
          </a:xfrm>
          <a:prstGeom xmlns:a="http://schemas.openxmlformats.org/drawingml/2006/main" prst="rect">
            <a:avLst/>
          </a:prstGeom>
        </p:spPr>
      </p:pic>
      <p:pic>
        <p:nvPicPr>
          <p:cNvPr id="3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e1ff5355634384">
            <a:extLst>
              <a:ext uri="{96DAC541-7B7A-43D3-8B79-37D633B846F1}">
                <asvg:svgBlip xmlns:asvg="http://schemas.microsoft.com/office/drawing/2016/SVG/main" r:embed="R52a06e6645f04a4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638550" y="6457950"/>
            <a:ext cx="285750" cy="285750"/>
          </a:xfrm>
          <a:prstGeom xmlns:a="http://schemas.openxmlformats.org/drawingml/2006/main" prst="rect">
            <a:avLst/>
          </a:prstGeom>
        </p:spPr>
      </p:pic>
      <p:pic>
        <p:nvPicPr>
          <p:cNvPr id="3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9a06ef7eed4355">
            <a:extLst>
              <a:ext uri="{96DAC541-7B7A-43D3-8B79-37D633B846F1}">
                <asvg:svgBlip xmlns:asvg="http://schemas.microsoft.com/office/drawing/2016/SVG/main" r:embed="Reb1df19df76c433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638675" y="6457950"/>
            <a:ext cx="285750" cy="285750"/>
          </a:xfrm>
          <a:prstGeom xmlns:a="http://schemas.openxmlformats.org/drawingml/2006/main" prst="rect">
            <a:avLst/>
          </a:prstGeom>
        </p:spPr>
      </p:pic>
      <p:pic>
        <p:nvPicPr>
          <p:cNvPr id="3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a9cd7c74a74122">
            <a:extLst>
              <a:ext uri="{96DAC541-7B7A-43D3-8B79-37D633B846F1}">
                <asvg:svgBlip xmlns:asvg="http://schemas.microsoft.com/office/drawing/2016/SVG/main" r:embed="R28fa9abb63ee4c7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638800" y="6457950"/>
            <a:ext cx="285750" cy="285750"/>
          </a:xfrm>
          <a:prstGeom xmlns:a="http://schemas.openxmlformats.org/drawingml/2006/main" prst="rect">
            <a:avLst/>
          </a:prstGeom>
        </p:spPr>
      </p:pic>
      <p:pic>
        <p:nvPicPr>
          <p:cNvPr id="3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a036e35184419e">
            <a:extLst>
              <a:ext uri="{96DAC541-7B7A-43D3-8B79-37D633B846F1}">
                <asvg:svgBlip xmlns:asvg="http://schemas.microsoft.com/office/drawing/2016/SVG/main" r:embed="Ra0a8de8358ab4d3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638925" y="6457950"/>
            <a:ext cx="285750" cy="285750"/>
          </a:xfrm>
          <a:prstGeom xmlns:a="http://schemas.openxmlformats.org/drawingml/2006/main" prst="rect">
            <a:avLst/>
          </a:prstGeom>
        </p:spPr>
      </p:pic>
      <p:pic>
        <p:nvPicPr>
          <p:cNvPr id="3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b813c522f045b4">
            <a:extLst>
              <a:ext uri="{96DAC541-7B7A-43D3-8B79-37D633B846F1}">
                <asvg:svgBlip xmlns:asvg="http://schemas.microsoft.com/office/drawing/2016/SVG/main" r:embed="R9cea32f5d45343c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639050" y="6457950"/>
            <a:ext cx="285750" cy="285750"/>
          </a:xfrm>
          <a:prstGeom xmlns:a="http://schemas.openxmlformats.org/drawingml/2006/main" prst="rect">
            <a:avLst/>
          </a:prstGeom>
        </p:spPr>
      </p:pic>
      <p:pic>
        <p:nvPicPr>
          <p:cNvPr id="3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5928665ec84781">
            <a:extLst>
              <a:ext uri="{96DAC541-7B7A-43D3-8B79-37D633B846F1}">
                <asvg:svgBlip xmlns:asvg="http://schemas.microsoft.com/office/drawing/2016/SVG/main" r:embed="Rf55b5bd52f494fc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639175" y="6457950"/>
            <a:ext cx="285750" cy="285750"/>
          </a:xfrm>
          <a:prstGeom xmlns:a="http://schemas.openxmlformats.org/drawingml/2006/main" prst="rect">
            <a:avLst/>
          </a:prstGeom>
        </p:spPr>
      </p:pic>
      <p:pic>
        <p:nvPicPr>
          <p:cNvPr id="3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1035d712e14176">
            <a:extLst>
              <a:ext uri="{96DAC541-7B7A-43D3-8B79-37D633B846F1}">
                <asvg:svgBlip xmlns:asvg="http://schemas.microsoft.com/office/drawing/2016/SVG/main" r:embed="R0926c7966580457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639300" y="6457950"/>
            <a:ext cx="285750" cy="285750"/>
          </a:xfrm>
          <a:prstGeom xmlns:a="http://schemas.openxmlformats.org/drawingml/2006/main" prst="rect">
            <a:avLst/>
          </a:prstGeom>
        </p:spPr>
      </p:pic>
      <p:pic>
        <p:nvPicPr>
          <p:cNvPr id="3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63e341e55642cd">
            <a:extLst>
              <a:ext uri="{96DAC541-7B7A-43D3-8B79-37D633B846F1}">
                <asvg:svgBlip xmlns:asvg="http://schemas.microsoft.com/office/drawing/2016/SVG/main" r:embed="Rd9a676673dd3412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639425" y="6457950"/>
            <a:ext cx="285750" cy="285750"/>
          </a:xfrm>
          <a:prstGeom xmlns:a="http://schemas.openxmlformats.org/drawingml/2006/main" prst="rect">
            <a:avLst/>
          </a:prstGeom>
        </p:spPr>
      </p:pic>
      <p:pic>
        <p:nvPicPr>
          <p:cNvPr id="3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a2413daec6447f">
            <a:extLst>
              <a:ext uri="{96DAC541-7B7A-43D3-8B79-37D633B846F1}">
                <asvg:svgBlip xmlns:asvg="http://schemas.microsoft.com/office/drawing/2016/SVG/main" r:embed="Rb3f36a53a33c499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1639550" y="6457950"/>
            <a:ext cx="285750" cy="285750"/>
          </a:xfrm>
          <a:prstGeom xmlns:a="http://schemas.openxmlformats.org/drawingml/2006/main" prst="rect">
            <a:avLst/>
          </a:prstGeom>
        </p:spPr>
      </p:pic>
      <p:pic>
        <p:nvPicPr>
          <p:cNvPr id="3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b9602d357143d6">
            <a:extLst>
              <a:ext uri="{96DAC541-7B7A-43D3-8B79-37D633B846F1}">
                <asvg:svgBlip xmlns:asvg="http://schemas.microsoft.com/office/drawing/2016/SVG/main" r:embed="Rfff8ad9b7eb7428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590925" y="7781925"/>
            <a:ext cx="285750" cy="285750"/>
          </a:xfrm>
          <a:prstGeom xmlns:a="http://schemas.openxmlformats.org/drawingml/2006/main" prst="rect">
            <a:avLst/>
          </a:prstGeom>
        </p:spPr>
      </p:pic>
      <p:pic>
        <p:nvPicPr>
          <p:cNvPr id="3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46c1f1ab674c89">
            <a:extLst>
              <a:ext uri="{96DAC541-7B7A-43D3-8B79-37D633B846F1}">
                <asvg:svgBlip xmlns:asvg="http://schemas.microsoft.com/office/drawing/2016/SVG/main" r:embed="R2df8798a20ef423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172075" y="7781925"/>
            <a:ext cx="285750" cy="285750"/>
          </a:xfrm>
          <a:prstGeom xmlns:a="http://schemas.openxmlformats.org/drawingml/2006/main" prst="rect">
            <a:avLst/>
          </a:prstGeom>
        </p:spPr>
      </p:pic>
      <p:pic>
        <p:nvPicPr>
          <p:cNvPr id="35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46f02be9a04d23">
            <a:extLst>
              <a:ext uri="{96DAC541-7B7A-43D3-8B79-37D633B846F1}">
                <asvg:svgBlip xmlns:asvg="http://schemas.microsoft.com/office/drawing/2016/SVG/main" r:embed="R8aa17eb807d349a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753225" y="7781925"/>
            <a:ext cx="285750" cy="285750"/>
          </a:xfrm>
          <a:prstGeom xmlns:a="http://schemas.openxmlformats.org/drawingml/2006/main" prst="rect">
            <a:avLst/>
          </a:prstGeom>
        </p:spPr>
      </p:pic>
      <p:pic>
        <p:nvPicPr>
          <p:cNvPr id="3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f2a3a251c2448f">
            <a:extLst>
              <a:ext uri="{96DAC541-7B7A-43D3-8B79-37D633B846F1}">
                <asvg:svgBlip xmlns:asvg="http://schemas.microsoft.com/office/drawing/2016/SVG/main" r:embed="R6246f5ebc57b422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334375" y="7781925"/>
            <a:ext cx="285750" cy="285750"/>
          </a:xfrm>
          <a:prstGeom xmlns:a="http://schemas.openxmlformats.org/drawingml/2006/main" prst="rect">
            <a:avLst/>
          </a:prstGeom>
        </p:spPr>
      </p:pic>
      <p:pic>
        <p:nvPicPr>
          <p:cNvPr id="3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e6759b24f04880">
            <a:extLst>
              <a:ext uri="{96DAC541-7B7A-43D3-8B79-37D633B846F1}">
                <asvg:svgBlip xmlns:asvg="http://schemas.microsoft.com/office/drawing/2016/SVG/main" r:embed="R63a24c128e274ac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915525" y="7781925"/>
            <a:ext cx="285750" cy="285750"/>
          </a:xfrm>
          <a:prstGeom xmlns:a="http://schemas.openxmlformats.org/drawingml/2006/main" prst="rect">
            <a:avLst/>
          </a:prstGeom>
        </p:spPr>
      </p:pic>
      <p:pic>
        <p:nvPicPr>
          <p:cNvPr id="35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b1fcd410ce4b28">
            <a:extLst>
              <a:ext uri="{96DAC541-7B7A-43D3-8B79-37D633B846F1}">
                <asvg:svgBlip xmlns:asvg="http://schemas.microsoft.com/office/drawing/2016/SVG/main" r:embed="R99507016a0a8447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1496675" y="7781925"/>
            <a:ext cx="285750" cy="285750"/>
          </a:xfrm>
          <a:prstGeom xmlns:a="http://schemas.openxmlformats.org/drawingml/2006/main" prst="rect">
            <a:avLst/>
          </a:prstGeom>
        </p:spPr>
      </p:pic>
      <p:pic>
        <p:nvPicPr>
          <p:cNvPr id="36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b820fe6673442b">
            <a:extLst>
              <a:ext uri="{96DAC541-7B7A-43D3-8B79-37D633B846F1}">
                <asvg:svgBlip xmlns:asvg="http://schemas.microsoft.com/office/drawing/2016/SVG/main" r:embed="R6979b1a3db50447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333875" y="8362950"/>
            <a:ext cx="266700" cy="266700"/>
          </a:xfrm>
          <a:prstGeom xmlns:a="http://schemas.openxmlformats.org/drawingml/2006/main" prst="rect">
            <a:avLst/>
          </a:prstGeom>
        </p:spPr>
      </p:pic>
      <p:pic>
        <p:nvPicPr>
          <p:cNvPr id="3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ae25d077a04294">
            <a:extLst>
              <a:ext uri="{96DAC541-7B7A-43D3-8B79-37D633B846F1}">
                <asvg:svgBlip xmlns:asvg="http://schemas.microsoft.com/office/drawing/2016/SVG/main" r:embed="R7096b570c2e246b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3754100" y="1571625"/>
            <a:ext cx="400050" cy="400050"/>
          </a:xfrm>
          <a:prstGeom xmlns:a="http://schemas.openxmlformats.org/drawingml/2006/main" prst="rect">
            <a:avLst/>
          </a:prstGeom>
        </p:spPr>
      </p:pic>
      <p:pic>
        <p:nvPicPr>
          <p:cNvPr id="36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111dfc7f6f4de1">
            <a:extLst>
              <a:ext uri="{96DAC541-7B7A-43D3-8B79-37D633B846F1}">
                <asvg:svgBlip xmlns:asvg="http://schemas.microsoft.com/office/drawing/2016/SVG/main" r:embed="Rc482efcd686344b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3754100" y="2409825"/>
            <a:ext cx="400050" cy="400050"/>
          </a:xfrm>
          <a:prstGeom xmlns:a="http://schemas.openxmlformats.org/drawingml/2006/main" prst="rect">
            <a:avLst/>
          </a:prstGeom>
        </p:spPr>
      </p:pic>
      <p:pic>
        <p:nvPicPr>
          <p:cNvPr id="3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3b7a83d6484e71">
            <a:extLst>
              <a:ext uri="{96DAC541-7B7A-43D3-8B79-37D633B846F1}">
                <asvg:svgBlip xmlns:asvg="http://schemas.microsoft.com/office/drawing/2016/SVG/main" r:embed="R5004f780764744d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3754100" y="3248025"/>
            <a:ext cx="400050" cy="400050"/>
          </a:xfrm>
          <a:prstGeom xmlns:a="http://schemas.openxmlformats.org/drawingml/2006/main" prst="rect">
            <a:avLst/>
          </a:prstGeom>
        </p:spPr>
      </p:pic>
      <p:pic>
        <p:nvPicPr>
          <p:cNvPr id="3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bf7fc8c42d4c8e">
            <a:extLst>
              <a:ext uri="{96DAC541-7B7A-43D3-8B79-37D633B846F1}">
                <asvg:svgBlip xmlns:asvg="http://schemas.microsoft.com/office/drawing/2016/SVG/main" r:embed="Ra2f7a9e56301410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3754100" y="4086225"/>
            <a:ext cx="400050" cy="400050"/>
          </a:xfrm>
          <a:prstGeom xmlns:a="http://schemas.openxmlformats.org/drawingml/2006/main" prst="rect">
            <a:avLst/>
          </a:prstGeom>
        </p:spPr>
      </p:pic>
      <p:pic>
        <p:nvPicPr>
          <p:cNvPr id="36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5097f37ff449e5">
            <a:extLst>
              <a:ext uri="{96DAC541-7B7A-43D3-8B79-37D633B846F1}">
                <asvg:svgBlip xmlns:asvg="http://schemas.microsoft.com/office/drawing/2016/SVG/main" r:embed="R1240f259435743b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3754100" y="4924425"/>
            <a:ext cx="400050" cy="400050"/>
          </a:xfrm>
          <a:prstGeom xmlns:a="http://schemas.openxmlformats.org/drawingml/2006/main" prst="rect">
            <a:avLst/>
          </a:prstGeom>
        </p:spPr>
      </p:pic>
      <p:pic>
        <p:nvPicPr>
          <p:cNvPr id="36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ec89c3ba9b4dba">
            <a:extLst>
              <a:ext uri="{96DAC541-7B7A-43D3-8B79-37D633B846F1}">
                <asvg:svgBlip xmlns:asvg="http://schemas.microsoft.com/office/drawing/2016/SVG/main" r:embed="R2e8fcb34d82c4ff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3754100" y="5762625"/>
            <a:ext cx="400050" cy="400050"/>
          </a:xfrm>
          <a:prstGeom xmlns:a="http://schemas.openxmlformats.org/drawingml/2006/main" prst="rect">
            <a:avLst/>
          </a:prstGeom>
        </p:spPr>
      </p:pic>
      <p:pic>
        <p:nvPicPr>
          <p:cNvPr id="36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e597a5c0e44d93">
            <a:extLst>
              <a:ext uri="{96DAC541-7B7A-43D3-8B79-37D633B846F1}">
                <asvg:svgBlip xmlns:asvg="http://schemas.microsoft.com/office/drawing/2016/SVG/main" r:embed="Rcb57ca454fc44ae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3754100" y="6600825"/>
            <a:ext cx="400050" cy="400050"/>
          </a:xfrm>
          <a:prstGeom xmlns:a="http://schemas.openxmlformats.org/drawingml/2006/main" prst="rect">
            <a:avLst/>
          </a:prstGeom>
        </p:spPr>
      </p:pic>
      <p:pic>
        <p:nvPicPr>
          <p:cNvPr id="36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435ada6a134ac7">
            <a:extLst>
              <a:ext uri="{96DAC541-7B7A-43D3-8B79-37D633B846F1}">
                <asvg:svgBlip xmlns:asvg="http://schemas.microsoft.com/office/drawing/2016/SVG/main" r:embed="R84eabc54db04418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3830300" y="741045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138" name="page_title">
            <a:extLst xmlns:a="http://schemas.openxmlformats.org/drawingml/2006/main">
              <a:ext uri="{FF2B5EF4-FFF2-40B4-BE49-F238E27FC236}">
                <a16:creationId xmlns:a16="http://schemas.microsoft.com/office/drawing/2014/main" id="{5BBD2524-CB72-4C49-80DB-02A539DD5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95250"/>
            <a:ext cx="723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0A18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A1833"/>
                </a:solidFill>
                <a:latin typeface="Microsoft YaHei"/>
                <a:ea typeface="Microsoft YaHei"/>
                <a:cs typeface="Microsoft YaHei"/>
              </a:rPr>
              <a:t>AI 提质增效运营体系架构图</a:t>
            </a:r>
          </a:p>
        </p:txBody>
      </p:sp>
      <p:sp>
        <p:nvSpPr>
          <p:cNvPr id="139" name="page_subtitle">
            <a:extLst xmlns:a="http://schemas.openxmlformats.org/drawingml/2006/main">
              <a:ext uri="{FF2B5EF4-FFF2-40B4-BE49-F238E27FC236}">
                <a16:creationId xmlns:a16="http://schemas.microsoft.com/office/drawing/2014/main" id="{49917860-1DC2-4A0C-8A5A-1DFF1AA01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685800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3246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2466C"/>
                </a:solidFill>
                <a:latin typeface="Microsoft YaHei"/>
                <a:ea typeface="Microsoft YaHei"/>
                <a:cs typeface="Microsoft YaHei"/>
              </a:rPr>
              <a:t>适用于百人规模科技公司的跨部门 AI 赋能推进模式</a:t>
            </a:r>
          </a:p>
        </p:txBody>
      </p:sp>
      <p:sp>
        <p:nvSpPr>
          <p:cNvPr id="140" name="core_goals_header_text">
            <a:extLst xmlns:a="http://schemas.openxmlformats.org/drawingml/2006/main">
              <a:ext uri="{FF2B5EF4-FFF2-40B4-BE49-F238E27FC236}">
                <a16:creationId xmlns:a16="http://schemas.microsoft.com/office/drawing/2014/main" id="{4CE8F0EE-349F-4441-89FC-3D8D8DD25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00125"/>
            <a:ext cx="1447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核心目标</a:t>
            </a:r>
          </a:p>
        </p:txBody>
      </p:sp>
      <p:sp>
        <p:nvSpPr>
          <p:cNvPr id="141" name="goal_dev_efficiency_text">
            <a:extLst xmlns:a="http://schemas.openxmlformats.org/drawingml/2006/main">
              <a:ext uri="{FF2B5EF4-FFF2-40B4-BE49-F238E27FC236}">
                <a16:creationId xmlns:a16="http://schemas.microsoft.com/office/drawing/2014/main" id="{82E180F8-DD8E-4D80-9175-B55322851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81175"/>
            <a:ext cx="1009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1. 提升</a:t>
            </a:r>
          </a:p>
          <a:p xmlns:a="http://schemas.openxmlformats.org/drawingml/2006/main">
            <a:pPr algn="ctr">
              <a:defRPr sz="1425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开发效率</a:t>
            </a:r>
          </a:p>
        </p:txBody>
      </p:sp>
      <p:sp>
        <p:nvSpPr>
          <p:cNvPr id="142" name="goal_quality_growth_text">
            <a:extLst xmlns:a="http://schemas.openxmlformats.org/drawingml/2006/main">
              <a:ext uri="{FF2B5EF4-FFF2-40B4-BE49-F238E27FC236}">
                <a16:creationId xmlns:a16="http://schemas.microsoft.com/office/drawing/2014/main" id="{7720E012-E363-41FC-8B37-147421A0A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62300"/>
            <a:ext cx="1009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2. 提质增效</a:t>
            </a:r>
          </a:p>
        </p:txBody>
      </p:sp>
      <p:sp>
        <p:nvSpPr>
          <p:cNvPr id="143" name="goal_org_structure_text">
            <a:extLst xmlns:a="http://schemas.openxmlformats.org/drawingml/2006/main">
              <a:ext uri="{FF2B5EF4-FFF2-40B4-BE49-F238E27FC236}">
                <a16:creationId xmlns:a16="http://schemas.microsoft.com/office/drawing/2014/main" id="{0FD95DA5-C513-40DB-9614-040BC71BE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57700"/>
            <a:ext cx="1009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3. 优化</a:t>
            </a:r>
          </a:p>
          <a:p xmlns:a="http://schemas.openxmlformats.org/drawingml/2006/main">
            <a:pPr algn="ctr">
              <a:defRPr sz="1425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组织结构</a:t>
            </a:r>
          </a:p>
        </p:txBody>
      </p:sp>
      <p:sp>
        <p:nvSpPr>
          <p:cNvPr id="144" name="goal_total_output_text">
            <a:extLst xmlns:a="http://schemas.openxmlformats.org/drawingml/2006/main">
              <a:ext uri="{FF2B5EF4-FFF2-40B4-BE49-F238E27FC236}">
                <a16:creationId xmlns:a16="http://schemas.microsoft.com/office/drawing/2014/main" id="{66416D04-9D3E-47AB-9FC2-58DC53A16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829300"/>
            <a:ext cx="1009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4. 提高</a:t>
            </a:r>
          </a:p>
          <a:p xmlns:a="http://schemas.openxmlformats.org/drawingml/2006/main">
            <a:pPr algn="ctr">
              <a:defRPr sz="1425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整体产出</a:t>
            </a:r>
          </a:p>
        </p:txBody>
      </p:sp>
      <p:sp>
        <p:nvSpPr>
          <p:cNvPr id="145" name="goal_competitiveness_text">
            <a:extLst xmlns:a="http://schemas.openxmlformats.org/drawingml/2006/main">
              <a:ext uri="{FF2B5EF4-FFF2-40B4-BE49-F238E27FC236}">
                <a16:creationId xmlns:a16="http://schemas.microsoft.com/office/drawing/2014/main" id="{9A916B5F-382D-4C20-9E7F-152ECB530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267575"/>
            <a:ext cx="1009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5. 增强公司</a:t>
            </a:r>
          </a:p>
          <a:p xmlns:a="http://schemas.openxmlformats.org/drawingml/2006/main">
            <a:pPr algn="ctr">
              <a:defRPr sz="1425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竞争力</a:t>
            </a:r>
          </a:p>
        </p:txBody>
      </p:sp>
      <p:sp>
        <p:nvSpPr>
          <p:cNvPr id="146" name="step_1_number">
            <a:extLst xmlns:a="http://schemas.openxmlformats.org/drawingml/2006/main">
              <a:ext uri="{FF2B5EF4-FFF2-40B4-BE49-F238E27FC236}">
                <a16:creationId xmlns:a16="http://schemas.microsoft.com/office/drawing/2014/main" id="{4490FCD0-33DB-4F40-8FD0-00F71EAFA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104900"/>
            <a:ext cx="3143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47" name="step_2_number">
            <a:extLst xmlns:a="http://schemas.openxmlformats.org/drawingml/2006/main">
              <a:ext uri="{FF2B5EF4-FFF2-40B4-BE49-F238E27FC236}">
                <a16:creationId xmlns:a16="http://schemas.microsoft.com/office/drawing/2014/main" id="{220F2AC2-AF26-4F79-B42E-D9130A96E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409825"/>
            <a:ext cx="3143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48" name="step_3_number">
            <a:extLst xmlns:a="http://schemas.openxmlformats.org/drawingml/2006/main">
              <a:ext uri="{FF2B5EF4-FFF2-40B4-BE49-F238E27FC236}">
                <a16:creationId xmlns:a16="http://schemas.microsoft.com/office/drawing/2014/main" id="{B0B12C45-9979-452C-B206-DA3506123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429125"/>
            <a:ext cx="3143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49" name="step_4_number">
            <a:extLst xmlns:a="http://schemas.openxmlformats.org/drawingml/2006/main">
              <a:ext uri="{FF2B5EF4-FFF2-40B4-BE49-F238E27FC236}">
                <a16:creationId xmlns:a16="http://schemas.microsoft.com/office/drawing/2014/main" id="{F110934A-A128-45A5-8FED-C1817E2C7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6334125"/>
            <a:ext cx="3143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50" name="step_5_number">
            <a:extLst xmlns:a="http://schemas.openxmlformats.org/drawingml/2006/main">
              <a:ext uri="{FF2B5EF4-FFF2-40B4-BE49-F238E27FC236}">
                <a16:creationId xmlns:a16="http://schemas.microsoft.com/office/drawing/2014/main" id="{8611FB1A-FEF5-4326-864E-7E203D77C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7600950"/>
            <a:ext cx="3143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151" name="executive_title">
            <a:extLst xmlns:a="http://schemas.openxmlformats.org/drawingml/2006/main">
              <a:ext uri="{FF2B5EF4-FFF2-40B4-BE49-F238E27FC236}">
                <a16:creationId xmlns:a16="http://schemas.microsoft.com/office/drawing/2014/main" id="{A15AB522-864E-420F-BDCE-908E84717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133475"/>
            <a:ext cx="571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公司最高管理层 / 经营管理层</a:t>
            </a:r>
          </a:p>
        </p:txBody>
      </p:sp>
      <p:sp>
        <p:nvSpPr>
          <p:cNvPr id="152" name="executive_strategy_text">
            <a:extLst xmlns:a="http://schemas.openxmlformats.org/drawingml/2006/main">
              <a:ext uri="{FF2B5EF4-FFF2-40B4-BE49-F238E27FC236}">
                <a16:creationId xmlns:a16="http://schemas.microsoft.com/office/drawing/2014/main" id="{E7CCFC58-B486-40CF-812D-F052ABD30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628775"/>
            <a:ext cx="99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414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41414"/>
                </a:solidFill>
                <a:latin typeface="Microsoft YaHei"/>
                <a:ea typeface="Microsoft YaHei"/>
                <a:cs typeface="Microsoft YaHei"/>
              </a:rPr>
              <a:t>战略牵引</a:t>
            </a:r>
          </a:p>
        </p:txBody>
      </p:sp>
      <p:sp>
        <p:nvSpPr>
          <p:cNvPr id="153" name="executive_resources_text">
            <a:extLst xmlns:a="http://schemas.openxmlformats.org/drawingml/2006/main">
              <a:ext uri="{FF2B5EF4-FFF2-40B4-BE49-F238E27FC236}">
                <a16:creationId xmlns:a16="http://schemas.microsoft.com/office/drawing/2014/main" id="{120DEE0D-8005-4271-87D0-2BD41D925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628775"/>
            <a:ext cx="99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414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41414"/>
                </a:solidFill>
                <a:latin typeface="Microsoft YaHei"/>
                <a:ea typeface="Microsoft YaHei"/>
                <a:cs typeface="Microsoft YaHei"/>
              </a:rPr>
              <a:t>资源协调</a:t>
            </a:r>
          </a:p>
        </p:txBody>
      </p:sp>
      <p:sp>
        <p:nvSpPr>
          <p:cNvPr id="154" name="executive_decision_text">
            <a:extLst xmlns:a="http://schemas.openxmlformats.org/drawingml/2006/main">
              <a:ext uri="{FF2B5EF4-FFF2-40B4-BE49-F238E27FC236}">
                <a16:creationId xmlns:a16="http://schemas.microsoft.com/office/drawing/2014/main" id="{81423B89-C07A-45D7-ADA4-0351E962D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628775"/>
            <a:ext cx="99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414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41414"/>
                </a:solidFill>
                <a:latin typeface="Microsoft YaHei"/>
                <a:ea typeface="Microsoft YaHei"/>
                <a:cs typeface="Microsoft YaHei"/>
              </a:rPr>
              <a:t>决策支持</a:t>
            </a:r>
          </a:p>
        </p:txBody>
      </p:sp>
      <p:sp>
        <p:nvSpPr>
          <p:cNvPr id="155" name="executive_promotion_text">
            <a:extLst xmlns:a="http://schemas.openxmlformats.org/drawingml/2006/main">
              <a:ext uri="{FF2B5EF4-FFF2-40B4-BE49-F238E27FC236}">
                <a16:creationId xmlns:a16="http://schemas.microsoft.com/office/drawing/2014/main" id="{FCF4F991-C2AB-4FEB-9D78-7E8C05BEB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628775"/>
            <a:ext cx="99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414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41414"/>
                </a:solidFill>
                <a:latin typeface="Microsoft YaHei"/>
                <a:ea typeface="Microsoft YaHei"/>
                <a:cs typeface="Microsoft YaHei"/>
              </a:rPr>
              <a:t>重点推进</a:t>
            </a:r>
          </a:p>
        </p:txBody>
      </p:sp>
      <p:sp>
        <p:nvSpPr>
          <p:cNvPr id="156" name="executive_supervision_text">
            <a:extLst xmlns:a="http://schemas.openxmlformats.org/drawingml/2006/main">
              <a:ext uri="{FF2B5EF4-FFF2-40B4-BE49-F238E27FC236}">
                <a16:creationId xmlns:a16="http://schemas.microsoft.com/office/drawing/2014/main" id="{47A7A7F2-BF95-4822-B066-47957D341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1628775"/>
            <a:ext cx="99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414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41414"/>
                </a:solidFill>
                <a:latin typeface="Microsoft YaHei"/>
                <a:ea typeface="Microsoft YaHei"/>
                <a:cs typeface="Microsoft YaHei"/>
              </a:rPr>
              <a:t>结果督导</a:t>
            </a:r>
          </a:p>
        </p:txBody>
      </p:sp>
      <p:sp>
        <p:nvSpPr>
          <p:cNvPr id="157" name="ops_title">
            <a:extLst xmlns:a="http://schemas.openxmlformats.org/drawingml/2006/main">
              <a:ext uri="{FF2B5EF4-FFF2-40B4-BE49-F238E27FC236}">
                <a16:creationId xmlns:a16="http://schemas.microsoft.com/office/drawing/2014/main" id="{865EAA47-515E-4B70-91D3-F28A3AEE5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457450"/>
            <a:ext cx="523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AI 赋能运营小组</a:t>
            </a:r>
          </a:p>
        </p:txBody>
      </p:sp>
      <p:sp>
        <p:nvSpPr>
          <p:cNvPr id="158" name="ops_subtitle">
            <a:extLst xmlns:a="http://schemas.openxmlformats.org/drawingml/2006/main">
              <a:ext uri="{FF2B5EF4-FFF2-40B4-BE49-F238E27FC236}">
                <a16:creationId xmlns:a16="http://schemas.microsoft.com/office/drawing/2014/main" id="{D4BA881E-D086-49E4-8708-91DE3147B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8384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统一规划 · 场景运营 · 工具赋能 · 知识沉淀 · 指标复盘</a:t>
            </a:r>
          </a:p>
        </p:txBody>
      </p:sp>
      <p:sp>
        <p:nvSpPr>
          <p:cNvPr id="159" name="direct_to_top_text">
            <a:extLst xmlns:a="http://schemas.openxmlformats.org/drawingml/2006/main">
              <a:ext uri="{FF2B5EF4-FFF2-40B4-BE49-F238E27FC236}">
                <a16:creationId xmlns:a16="http://schemas.microsoft.com/office/drawing/2014/main" id="{EEA86C6D-6E60-4BE5-BD39-E7C357E5A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1825" y="2524125"/>
            <a:ext cx="781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直连高层</a:t>
            </a:r>
          </a:p>
        </p:txBody>
      </p:sp>
      <p:sp>
        <p:nvSpPr>
          <p:cNvPr id="160" name="weekly_review_text">
            <a:extLst xmlns:a="http://schemas.openxmlformats.org/drawingml/2006/main">
              <a:ext uri="{FF2B5EF4-FFF2-40B4-BE49-F238E27FC236}">
                <a16:creationId xmlns:a16="http://schemas.microsoft.com/office/drawing/2014/main" id="{E6E9D545-AE55-4F61-B67F-84EB288D3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76237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每周复盘</a:t>
            </a:r>
          </a:p>
        </p:txBody>
      </p:sp>
      <p:sp>
        <p:nvSpPr>
          <p:cNvPr id="161" name="ops_scenario_title">
            <a:extLst xmlns:a="http://schemas.openxmlformats.org/drawingml/2006/main">
              <a:ext uri="{FF2B5EF4-FFF2-40B4-BE49-F238E27FC236}">
                <a16:creationId xmlns:a16="http://schemas.microsoft.com/office/drawing/2014/main" id="{5A28CEB0-257F-45F1-966A-F551A7A04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181350"/>
            <a:ext cx="1066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54D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554D1"/>
                </a:solidFill>
                <a:latin typeface="Microsoft YaHei"/>
                <a:ea typeface="Microsoft YaHei"/>
                <a:cs typeface="Microsoft YaHei"/>
              </a:rPr>
              <a:t>A. 场景运营</a:t>
            </a:r>
          </a:p>
        </p:txBody>
      </p:sp>
      <p:sp>
        <p:nvSpPr>
          <p:cNvPr id="162" name="ops_scenario_body">
            <a:extLst xmlns:a="http://schemas.openxmlformats.org/drawingml/2006/main">
              <a:ext uri="{FF2B5EF4-FFF2-40B4-BE49-F238E27FC236}">
                <a16:creationId xmlns:a16="http://schemas.microsoft.com/office/drawing/2014/main" id="{ED40C2C2-722A-40CB-989B-C1250C722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438525"/>
            <a:ext cx="1219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场景征集</a:t>
            </a:r>
          </a:p>
          <a:p xmlns:a="http://schemas.openxmlformats.org/drawingml/2006/main">
            <a:pPr algn="l">
              <a:defRPr sz="9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优先级排序</a:t>
            </a:r>
          </a:p>
          <a:p xmlns:a="http://schemas.openxmlformats.org/drawingml/2006/main">
            <a:pPr algn="l">
              <a:defRPr sz="9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试点推进</a:t>
            </a:r>
          </a:p>
        </p:txBody>
      </p:sp>
      <p:sp>
        <p:nvSpPr>
          <p:cNvPr id="163" name="ops_tooling_title">
            <a:extLst xmlns:a="http://schemas.openxmlformats.org/drawingml/2006/main">
              <a:ext uri="{FF2B5EF4-FFF2-40B4-BE49-F238E27FC236}">
                <a16:creationId xmlns:a16="http://schemas.microsoft.com/office/drawing/2014/main" id="{FBD8A597-42F0-48D5-B1FB-C9E15A50F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181350"/>
            <a:ext cx="1066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54D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554D1"/>
                </a:solidFill>
                <a:latin typeface="Microsoft YaHei"/>
                <a:ea typeface="Microsoft YaHei"/>
                <a:cs typeface="Microsoft YaHei"/>
              </a:rPr>
              <a:t>B. 工具与平台</a:t>
            </a:r>
          </a:p>
        </p:txBody>
      </p:sp>
      <p:sp>
        <p:nvSpPr>
          <p:cNvPr id="164" name="ops_tooling_body">
            <a:extLst xmlns:a="http://schemas.openxmlformats.org/drawingml/2006/main">
              <a:ext uri="{FF2B5EF4-FFF2-40B4-BE49-F238E27FC236}">
                <a16:creationId xmlns:a16="http://schemas.microsoft.com/office/drawing/2014/main" id="{C7D2E199-3E19-4C6D-BAEC-31467B47B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3438525"/>
            <a:ext cx="1219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模型接入</a:t>
            </a:r>
          </a:p>
          <a:p xmlns:a="http://schemas.openxmlformats.org/drawingml/2006/main">
            <a:pPr algn="l">
              <a:defRPr sz="9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账号管理</a:t>
            </a:r>
          </a:p>
          <a:p xmlns:a="http://schemas.openxmlformats.org/drawingml/2006/main">
            <a:pPr algn="l">
              <a:defRPr sz="9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工具选型</a:t>
            </a:r>
          </a:p>
        </p:txBody>
      </p:sp>
      <p:sp>
        <p:nvSpPr>
          <p:cNvPr id="165" name="ops_knowledge_title">
            <a:extLst xmlns:a="http://schemas.openxmlformats.org/drawingml/2006/main">
              <a:ext uri="{FF2B5EF4-FFF2-40B4-BE49-F238E27FC236}">
                <a16:creationId xmlns:a16="http://schemas.microsoft.com/office/drawing/2014/main" id="{0493AF3D-8466-4265-8C41-F92E70887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181350"/>
            <a:ext cx="1066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54D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554D1"/>
                </a:solidFill>
                <a:latin typeface="Microsoft YaHei"/>
                <a:ea typeface="Microsoft YaHei"/>
                <a:cs typeface="Microsoft YaHei"/>
              </a:rPr>
              <a:t>C. 知识与资产</a:t>
            </a:r>
          </a:p>
        </p:txBody>
      </p:sp>
      <p:sp>
        <p:nvSpPr>
          <p:cNvPr id="166" name="ops_knowledge_body">
            <a:extLst xmlns:a="http://schemas.openxmlformats.org/drawingml/2006/main">
              <a:ext uri="{FF2B5EF4-FFF2-40B4-BE49-F238E27FC236}">
                <a16:creationId xmlns:a16="http://schemas.microsoft.com/office/drawing/2014/main" id="{1A82D274-4603-44C6-966B-5BB9DF345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438525"/>
            <a:ext cx="1219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知识库</a:t>
            </a:r>
          </a:p>
          <a:p xmlns:a="http://schemas.openxmlformats.org/drawingml/2006/main">
            <a:pPr algn="l">
              <a:defRPr sz="9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Prompt 库</a:t>
            </a:r>
          </a:p>
          <a:p xmlns:a="http://schemas.openxmlformats.org/drawingml/2006/main">
            <a:pPr algn="l">
              <a:defRPr sz="9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Agent / Skill</a:t>
            </a:r>
          </a:p>
        </p:txBody>
      </p:sp>
      <p:sp>
        <p:nvSpPr>
          <p:cNvPr id="167" name="ops_governance_title">
            <a:extLst xmlns:a="http://schemas.openxmlformats.org/drawingml/2006/main">
              <a:ext uri="{FF2B5EF4-FFF2-40B4-BE49-F238E27FC236}">
                <a16:creationId xmlns:a16="http://schemas.microsoft.com/office/drawing/2014/main" id="{0F072720-9321-4549-BE82-623041A3F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181350"/>
            <a:ext cx="1066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54D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554D1"/>
                </a:solidFill>
                <a:latin typeface="Microsoft YaHei"/>
                <a:ea typeface="Microsoft YaHei"/>
                <a:cs typeface="Microsoft YaHei"/>
              </a:rPr>
              <a:t>D. 流程与规范</a:t>
            </a:r>
          </a:p>
        </p:txBody>
      </p:sp>
      <p:sp>
        <p:nvSpPr>
          <p:cNvPr id="168" name="ops_governance_body">
            <a:extLst xmlns:a="http://schemas.openxmlformats.org/drawingml/2006/main">
              <a:ext uri="{FF2B5EF4-FFF2-40B4-BE49-F238E27FC236}">
                <a16:creationId xmlns:a16="http://schemas.microsoft.com/office/drawing/2014/main" id="{442C79C6-13FB-4126-9716-AE8DD3EE2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3438525"/>
            <a:ext cx="1219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使用规范</a:t>
            </a:r>
          </a:p>
          <a:p xmlns:a="http://schemas.openxmlformats.org/drawingml/2006/main">
            <a:pPr algn="l">
              <a:defRPr sz="9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安全边界</a:t>
            </a:r>
          </a:p>
          <a:p xmlns:a="http://schemas.openxmlformats.org/drawingml/2006/main">
            <a:pPr algn="l">
              <a:defRPr sz="9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审核机制</a:t>
            </a:r>
          </a:p>
        </p:txBody>
      </p:sp>
      <p:sp>
        <p:nvSpPr>
          <p:cNvPr id="169" name="ops_metrics_title">
            <a:extLst xmlns:a="http://schemas.openxmlformats.org/drawingml/2006/main">
              <a:ext uri="{FF2B5EF4-FFF2-40B4-BE49-F238E27FC236}">
                <a16:creationId xmlns:a16="http://schemas.microsoft.com/office/drawing/2014/main" id="{5DA506E8-64E8-48C5-BEBB-684BA6CA4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3181350"/>
            <a:ext cx="1066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54D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554D1"/>
                </a:solidFill>
                <a:latin typeface="Microsoft YaHei"/>
                <a:ea typeface="Microsoft YaHei"/>
                <a:cs typeface="Microsoft YaHei"/>
              </a:rPr>
              <a:t>E. 指标与汇报</a:t>
            </a:r>
          </a:p>
        </p:txBody>
      </p:sp>
      <p:sp>
        <p:nvSpPr>
          <p:cNvPr id="170" name="ops_metrics_body">
            <a:extLst xmlns:a="http://schemas.openxmlformats.org/drawingml/2006/main">
              <a:ext uri="{FF2B5EF4-FFF2-40B4-BE49-F238E27FC236}">
                <a16:creationId xmlns:a16="http://schemas.microsoft.com/office/drawing/2014/main" id="{758F5603-372A-4213-90E9-69E526281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9925" y="3438525"/>
            <a:ext cx="1219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节省工时</a:t>
            </a:r>
          </a:p>
          <a:p xmlns:a="http://schemas.openxmlformats.org/drawingml/2006/main">
            <a:pPr algn="l">
              <a:defRPr sz="9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质量提升</a:t>
            </a:r>
          </a:p>
          <a:p xmlns:a="http://schemas.openxmlformats.org/drawingml/2006/main">
            <a:pPr algn="l">
              <a:defRPr sz="9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周报复盘</a:t>
            </a:r>
          </a:p>
        </p:txBody>
      </p:sp>
      <p:sp>
        <p:nvSpPr>
          <p:cNvPr id="171" name="matrix_label_text">
            <a:extLst xmlns:a="http://schemas.openxmlformats.org/drawingml/2006/main">
              <a:ext uri="{FF2B5EF4-FFF2-40B4-BE49-F238E27FC236}">
                <a16:creationId xmlns:a16="http://schemas.microsoft.com/office/drawing/2014/main" id="{24A0DE3B-3FBB-4185-AFF9-DF14684B5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410075"/>
            <a:ext cx="1009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部门代表矩阵</a:t>
            </a:r>
          </a:p>
        </p:txBody>
      </p:sp>
      <p:sp>
        <p:nvSpPr>
          <p:cNvPr id="172" name="matrix_assignment">
            <a:extLst xmlns:a="http://schemas.openxmlformats.org/drawingml/2006/main">
              <a:ext uri="{FF2B5EF4-FFF2-40B4-BE49-F238E27FC236}">
                <a16:creationId xmlns:a16="http://schemas.microsoft.com/office/drawing/2014/main" id="{01CCDC68-30D8-4D01-BCA9-2AC15E3C3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410075"/>
            <a:ext cx="3143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554D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554D1"/>
                </a:solidFill>
                <a:latin typeface="Microsoft YaHei"/>
                <a:ea typeface="Microsoft YaHei"/>
                <a:cs typeface="Microsoft YaHei"/>
              </a:rPr>
              <a:t>各部门派 AI 代表进入小组</a:t>
            </a:r>
          </a:p>
        </p:txBody>
      </p:sp>
      <p:sp>
        <p:nvSpPr>
          <p:cNvPr id="173" name="department_product_title">
            <a:extLst xmlns:a="http://schemas.openxmlformats.org/drawingml/2006/main">
              <a:ext uri="{FF2B5EF4-FFF2-40B4-BE49-F238E27FC236}">
                <a16:creationId xmlns:a16="http://schemas.microsoft.com/office/drawing/2014/main" id="{626B0E1E-A989-45D4-B557-FC51B1D7E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791075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54D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554D1"/>
                </a:solidFill>
                <a:latin typeface="Microsoft YaHei"/>
                <a:ea typeface="Microsoft YaHei"/>
                <a:cs typeface="Microsoft YaHei"/>
              </a:rPr>
              <a:t>产品</a:t>
            </a:r>
          </a:p>
        </p:txBody>
      </p:sp>
      <p:sp>
        <p:nvSpPr>
          <p:cNvPr id="174" name="department_product_usage_label">
            <a:extLst xmlns:a="http://schemas.openxmlformats.org/drawingml/2006/main">
              <a:ext uri="{FF2B5EF4-FFF2-40B4-BE49-F238E27FC236}">
                <a16:creationId xmlns:a16="http://schemas.microsoft.com/office/drawing/2014/main" id="{853DF072-451C-41A3-A781-A1E78C5CF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511492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554D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554D1"/>
                </a:solidFill>
                <a:latin typeface="Microsoft YaHei"/>
                <a:ea typeface="Microsoft YaHei"/>
                <a:cs typeface="Microsoft YaHei"/>
              </a:rPr>
              <a:t>怎么用：</a:t>
            </a:r>
          </a:p>
        </p:txBody>
      </p:sp>
      <p:sp>
        <p:nvSpPr>
          <p:cNvPr id="175" name="department_product_usage">
            <a:extLst xmlns:a="http://schemas.openxmlformats.org/drawingml/2006/main">
              <a:ext uri="{FF2B5EF4-FFF2-40B4-BE49-F238E27FC236}">
                <a16:creationId xmlns:a16="http://schemas.microsoft.com/office/drawing/2014/main" id="{5A9FD5F0-FB80-4E76-9A7A-EC1C4CA94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5286375"/>
            <a:ext cx="1181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需求分析 / PRD /</a:t>
            </a:r>
          </a:p>
          <a:p xmlns:a="http://schemas.openxmlformats.org/drawingml/2006/main">
            <a:pPr algn="l">
              <a:defRPr sz="9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竞品分析</a:t>
            </a:r>
          </a:p>
        </p:txBody>
      </p:sp>
      <p:sp>
        <p:nvSpPr>
          <p:cNvPr id="176" name="department_product_output_label">
            <a:extLst xmlns:a="http://schemas.openxmlformats.org/drawingml/2006/main">
              <a:ext uri="{FF2B5EF4-FFF2-40B4-BE49-F238E27FC236}">
                <a16:creationId xmlns:a16="http://schemas.microsoft.com/office/drawing/2014/main" id="{81023D82-4A20-4FAA-9E6E-FE109C903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563880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554D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554D1"/>
                </a:solidFill>
                <a:latin typeface="Microsoft YaHei"/>
                <a:ea typeface="Microsoft YaHei"/>
                <a:cs typeface="Microsoft YaHei"/>
              </a:rPr>
              <a:t>产出：</a:t>
            </a:r>
          </a:p>
        </p:txBody>
      </p:sp>
      <p:sp>
        <p:nvSpPr>
          <p:cNvPr id="177" name="department_product_output">
            <a:extLst xmlns:a="http://schemas.openxmlformats.org/drawingml/2006/main">
              <a:ext uri="{FF2B5EF4-FFF2-40B4-BE49-F238E27FC236}">
                <a16:creationId xmlns:a16="http://schemas.microsoft.com/office/drawing/2014/main" id="{B6C86307-AE0F-4438-8843-72FEB0CFC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5800725"/>
            <a:ext cx="1181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PRD 模板 / FAQ</a:t>
            </a:r>
          </a:p>
        </p:txBody>
      </p:sp>
      <p:sp>
        <p:nvSpPr>
          <p:cNvPr id="178" name="department_engineering_title">
            <a:extLst xmlns:a="http://schemas.openxmlformats.org/drawingml/2006/main">
              <a:ext uri="{FF2B5EF4-FFF2-40B4-BE49-F238E27FC236}">
                <a16:creationId xmlns:a16="http://schemas.microsoft.com/office/drawing/2014/main" id="{989206A2-30E9-400F-92A4-81D25CB45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791075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54D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554D1"/>
                </a:solidFill>
                <a:latin typeface="Microsoft YaHei"/>
                <a:ea typeface="Microsoft YaHei"/>
                <a:cs typeface="Microsoft YaHei"/>
              </a:rPr>
              <a:t>研发</a:t>
            </a:r>
          </a:p>
        </p:txBody>
      </p:sp>
      <p:sp>
        <p:nvSpPr>
          <p:cNvPr id="179" name="department_engineering_usage_label">
            <a:extLst xmlns:a="http://schemas.openxmlformats.org/drawingml/2006/main">
              <a:ext uri="{FF2B5EF4-FFF2-40B4-BE49-F238E27FC236}">
                <a16:creationId xmlns:a16="http://schemas.microsoft.com/office/drawing/2014/main" id="{B5CEE132-F1D2-4F04-AC6D-B992659AF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11492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554D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554D1"/>
                </a:solidFill>
                <a:latin typeface="Microsoft YaHei"/>
                <a:ea typeface="Microsoft YaHei"/>
                <a:cs typeface="Microsoft YaHei"/>
              </a:rPr>
              <a:t>怎么用：</a:t>
            </a:r>
          </a:p>
        </p:txBody>
      </p:sp>
      <p:sp>
        <p:nvSpPr>
          <p:cNvPr id="180" name="department_engineering_usage">
            <a:extLst xmlns:a="http://schemas.openxmlformats.org/drawingml/2006/main">
              <a:ext uri="{FF2B5EF4-FFF2-40B4-BE49-F238E27FC236}">
                <a16:creationId xmlns:a16="http://schemas.microsoft.com/office/drawing/2014/main" id="{95200A60-ABCD-423D-A262-29F935308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286375"/>
            <a:ext cx="1181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代码生成 / Bug 定位 /</a:t>
            </a:r>
          </a:p>
          <a:p xmlns:a="http://schemas.openxmlformats.org/drawingml/2006/main">
            <a:pPr algn="l">
              <a:defRPr sz="9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单测</a:t>
            </a:r>
          </a:p>
        </p:txBody>
      </p:sp>
      <p:sp>
        <p:nvSpPr>
          <p:cNvPr id="181" name="department_engineering_output_label">
            <a:extLst xmlns:a="http://schemas.openxmlformats.org/drawingml/2006/main">
              <a:ext uri="{FF2B5EF4-FFF2-40B4-BE49-F238E27FC236}">
                <a16:creationId xmlns:a16="http://schemas.microsoft.com/office/drawing/2014/main" id="{14E6D432-26AA-44B9-B97A-27F88882B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63880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554D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554D1"/>
                </a:solidFill>
                <a:latin typeface="Microsoft YaHei"/>
                <a:ea typeface="Microsoft YaHei"/>
                <a:cs typeface="Microsoft YaHei"/>
              </a:rPr>
              <a:t>产出：</a:t>
            </a:r>
          </a:p>
        </p:txBody>
      </p:sp>
      <p:sp>
        <p:nvSpPr>
          <p:cNvPr id="182" name="department_engineering_output">
            <a:extLst xmlns:a="http://schemas.openxmlformats.org/drawingml/2006/main">
              <a:ext uri="{FF2B5EF4-FFF2-40B4-BE49-F238E27FC236}">
                <a16:creationId xmlns:a16="http://schemas.microsoft.com/office/drawing/2014/main" id="{53FEC119-C5E6-44C1-B909-F6BE73570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800725"/>
            <a:ext cx="1181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研发 Prompt / 规范</a:t>
            </a:r>
          </a:p>
        </p:txBody>
      </p:sp>
      <p:sp>
        <p:nvSpPr>
          <p:cNvPr id="183" name="department_testing_title">
            <a:extLst xmlns:a="http://schemas.openxmlformats.org/drawingml/2006/main">
              <a:ext uri="{FF2B5EF4-FFF2-40B4-BE49-F238E27FC236}">
                <a16:creationId xmlns:a16="http://schemas.microsoft.com/office/drawing/2014/main" id="{23ABBA1C-7663-4230-BB95-497A813B0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791075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54D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554D1"/>
                </a:solidFill>
                <a:latin typeface="Microsoft YaHei"/>
                <a:ea typeface="Microsoft YaHei"/>
                <a:cs typeface="Microsoft YaHei"/>
              </a:rPr>
              <a:t>测试</a:t>
            </a:r>
          </a:p>
        </p:txBody>
      </p:sp>
      <p:sp>
        <p:nvSpPr>
          <p:cNvPr id="184" name="department_testing_usage_label">
            <a:extLst xmlns:a="http://schemas.openxmlformats.org/drawingml/2006/main">
              <a:ext uri="{FF2B5EF4-FFF2-40B4-BE49-F238E27FC236}">
                <a16:creationId xmlns:a16="http://schemas.microsoft.com/office/drawing/2014/main" id="{3DB6737C-1976-4130-A3F8-A929B0C09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11492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554D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554D1"/>
                </a:solidFill>
                <a:latin typeface="Microsoft YaHei"/>
                <a:ea typeface="Microsoft YaHei"/>
                <a:cs typeface="Microsoft YaHei"/>
              </a:rPr>
              <a:t>怎么用：</a:t>
            </a:r>
          </a:p>
        </p:txBody>
      </p:sp>
      <p:sp>
        <p:nvSpPr>
          <p:cNvPr id="185" name="department_testing_usage">
            <a:extLst xmlns:a="http://schemas.openxmlformats.org/drawingml/2006/main">
              <a:ext uri="{FF2B5EF4-FFF2-40B4-BE49-F238E27FC236}">
                <a16:creationId xmlns:a16="http://schemas.microsoft.com/office/drawing/2014/main" id="{28F6129F-FDF7-495A-9AB1-F7804D0A5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286375"/>
            <a:ext cx="1181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用例生成 / 回归验证 /</a:t>
            </a:r>
          </a:p>
          <a:p xmlns:a="http://schemas.openxmlformats.org/drawingml/2006/main">
            <a:pPr algn="l">
              <a:defRPr sz="9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缺陷分析</a:t>
            </a:r>
          </a:p>
        </p:txBody>
      </p:sp>
      <p:sp>
        <p:nvSpPr>
          <p:cNvPr id="186" name="department_testing_output_label">
            <a:extLst xmlns:a="http://schemas.openxmlformats.org/drawingml/2006/main">
              <a:ext uri="{FF2B5EF4-FFF2-40B4-BE49-F238E27FC236}">
                <a16:creationId xmlns:a16="http://schemas.microsoft.com/office/drawing/2014/main" id="{5335ECDD-0D28-42E8-BC5B-7288DD0AA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63880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554D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554D1"/>
                </a:solidFill>
                <a:latin typeface="Microsoft YaHei"/>
                <a:ea typeface="Microsoft YaHei"/>
                <a:cs typeface="Microsoft YaHei"/>
              </a:rPr>
              <a:t>产出：</a:t>
            </a:r>
          </a:p>
        </p:txBody>
      </p:sp>
      <p:sp>
        <p:nvSpPr>
          <p:cNvPr id="187" name="department_testing_output">
            <a:extLst xmlns:a="http://schemas.openxmlformats.org/drawingml/2006/main">
              <a:ext uri="{FF2B5EF4-FFF2-40B4-BE49-F238E27FC236}">
                <a16:creationId xmlns:a16="http://schemas.microsoft.com/office/drawing/2014/main" id="{89F0F4EE-8A32-4DE5-863A-51E58310D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800725"/>
            <a:ext cx="1181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测试用例库 / 报告模板</a:t>
            </a:r>
          </a:p>
        </p:txBody>
      </p:sp>
      <p:sp>
        <p:nvSpPr>
          <p:cNvPr id="188" name="department_marketing_title">
            <a:extLst xmlns:a="http://schemas.openxmlformats.org/drawingml/2006/main">
              <a:ext uri="{FF2B5EF4-FFF2-40B4-BE49-F238E27FC236}">
                <a16:creationId xmlns:a16="http://schemas.microsoft.com/office/drawing/2014/main" id="{B6FE479C-793F-4D87-BD98-AA655327A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791075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54D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554D1"/>
                </a:solidFill>
                <a:latin typeface="Microsoft YaHei"/>
                <a:ea typeface="Microsoft YaHei"/>
                <a:cs typeface="Microsoft YaHei"/>
              </a:rPr>
              <a:t>营销</a:t>
            </a:r>
          </a:p>
        </p:txBody>
      </p:sp>
      <p:sp>
        <p:nvSpPr>
          <p:cNvPr id="189" name="department_marketing_usage_label">
            <a:extLst xmlns:a="http://schemas.openxmlformats.org/drawingml/2006/main">
              <a:ext uri="{FF2B5EF4-FFF2-40B4-BE49-F238E27FC236}">
                <a16:creationId xmlns:a16="http://schemas.microsoft.com/office/drawing/2014/main" id="{FBBEEF4D-B6CF-4A18-8F7F-2A4C7AC9D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511492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554D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554D1"/>
                </a:solidFill>
                <a:latin typeface="Microsoft YaHei"/>
                <a:ea typeface="Microsoft YaHei"/>
                <a:cs typeface="Microsoft YaHei"/>
              </a:rPr>
              <a:t>怎么用：</a:t>
            </a:r>
          </a:p>
        </p:txBody>
      </p:sp>
      <p:sp>
        <p:nvSpPr>
          <p:cNvPr id="190" name="department_marketing_usage">
            <a:extLst xmlns:a="http://schemas.openxmlformats.org/drawingml/2006/main">
              <a:ext uri="{FF2B5EF4-FFF2-40B4-BE49-F238E27FC236}">
                <a16:creationId xmlns:a16="http://schemas.microsoft.com/office/drawing/2014/main" id="{EC25B755-1DFA-4501-A33C-4B1461DDD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5286375"/>
            <a:ext cx="1181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方案材料 / PPT /</a:t>
            </a:r>
          </a:p>
          <a:p xmlns:a="http://schemas.openxmlformats.org/drawingml/2006/main">
            <a:pPr algn="l">
              <a:defRPr sz="9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内容生产</a:t>
            </a:r>
          </a:p>
        </p:txBody>
      </p:sp>
      <p:sp>
        <p:nvSpPr>
          <p:cNvPr id="191" name="department_marketing_output_label">
            <a:extLst xmlns:a="http://schemas.openxmlformats.org/drawingml/2006/main">
              <a:ext uri="{FF2B5EF4-FFF2-40B4-BE49-F238E27FC236}">
                <a16:creationId xmlns:a16="http://schemas.microsoft.com/office/drawing/2014/main" id="{1A6FEF89-1945-458E-ABB9-499C29911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563880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554D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554D1"/>
                </a:solidFill>
                <a:latin typeface="Microsoft YaHei"/>
                <a:ea typeface="Microsoft YaHei"/>
                <a:cs typeface="Microsoft YaHei"/>
              </a:rPr>
              <a:t>产出：</a:t>
            </a:r>
          </a:p>
        </p:txBody>
      </p:sp>
      <p:sp>
        <p:nvSpPr>
          <p:cNvPr id="192" name="department_marketing_output">
            <a:extLst xmlns:a="http://schemas.openxmlformats.org/drawingml/2006/main">
              <a:ext uri="{FF2B5EF4-FFF2-40B4-BE49-F238E27FC236}">
                <a16:creationId xmlns:a16="http://schemas.microsoft.com/office/drawing/2014/main" id="{ADBC7629-FA1E-4773-BA2C-3C34F7649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5800725"/>
            <a:ext cx="1181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案例库 / 营销模板</a:t>
            </a:r>
          </a:p>
        </p:txBody>
      </p:sp>
      <p:sp>
        <p:nvSpPr>
          <p:cNvPr id="193" name="department_delivery_title">
            <a:extLst xmlns:a="http://schemas.openxmlformats.org/drawingml/2006/main">
              <a:ext uri="{FF2B5EF4-FFF2-40B4-BE49-F238E27FC236}">
                <a16:creationId xmlns:a16="http://schemas.microsoft.com/office/drawing/2014/main" id="{9DAD87A6-2C2B-41D2-88F5-AF4B85BC1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4791075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96485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54D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554D1"/>
                </a:solidFill>
                <a:latin typeface="Microsoft YaHei"/>
                <a:ea typeface="Microsoft YaHei"/>
                <a:cs typeface="Microsoft YaHei"/>
              </a:rPr>
              <a:t>服务与交付</a:t>
            </a:r>
          </a:p>
        </p:txBody>
      </p:sp>
      <p:sp>
        <p:nvSpPr>
          <p:cNvPr id="194" name="department_delivery_usage_label">
            <a:extLst xmlns:a="http://schemas.openxmlformats.org/drawingml/2006/main">
              <a:ext uri="{FF2B5EF4-FFF2-40B4-BE49-F238E27FC236}">
                <a16:creationId xmlns:a16="http://schemas.microsoft.com/office/drawing/2014/main" id="{47154649-412E-40DF-B971-2119E56BC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11492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554D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554D1"/>
                </a:solidFill>
                <a:latin typeface="Microsoft YaHei"/>
                <a:ea typeface="Microsoft YaHei"/>
                <a:cs typeface="Microsoft YaHei"/>
              </a:rPr>
              <a:t>怎么用：</a:t>
            </a:r>
          </a:p>
        </p:txBody>
      </p:sp>
      <p:sp>
        <p:nvSpPr>
          <p:cNvPr id="195" name="department_delivery_usage">
            <a:extLst xmlns:a="http://schemas.openxmlformats.org/drawingml/2006/main">
              <a:ext uri="{FF2B5EF4-FFF2-40B4-BE49-F238E27FC236}">
                <a16:creationId xmlns:a16="http://schemas.microsoft.com/office/drawing/2014/main" id="{09FE4A19-E922-4E32-8B5F-A6B213AA8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286375"/>
            <a:ext cx="1181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客户答复 / 故障分析 /</a:t>
            </a:r>
          </a:p>
          <a:p xmlns:a="http://schemas.openxmlformats.org/drawingml/2006/main">
            <a:pPr algn="l">
              <a:defRPr sz="9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部署方案</a:t>
            </a:r>
          </a:p>
        </p:txBody>
      </p:sp>
      <p:sp>
        <p:nvSpPr>
          <p:cNvPr id="196" name="department_delivery_output_label">
            <a:extLst xmlns:a="http://schemas.openxmlformats.org/drawingml/2006/main">
              <a:ext uri="{FF2B5EF4-FFF2-40B4-BE49-F238E27FC236}">
                <a16:creationId xmlns:a16="http://schemas.microsoft.com/office/drawing/2014/main" id="{12FD2138-A4F8-415F-B5BB-40A2B7AA6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63880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554D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554D1"/>
                </a:solidFill>
                <a:latin typeface="Microsoft YaHei"/>
                <a:ea typeface="Microsoft YaHei"/>
                <a:cs typeface="Microsoft YaHei"/>
              </a:rPr>
              <a:t>产出：</a:t>
            </a:r>
          </a:p>
        </p:txBody>
      </p:sp>
      <p:sp>
        <p:nvSpPr>
          <p:cNvPr id="197" name="department_delivery_output">
            <a:extLst xmlns:a="http://schemas.openxmlformats.org/drawingml/2006/main">
              <a:ext uri="{FF2B5EF4-FFF2-40B4-BE49-F238E27FC236}">
                <a16:creationId xmlns:a16="http://schemas.microsoft.com/office/drawing/2014/main" id="{FE74DC36-3687-4D2F-9C87-EB5873847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800725"/>
            <a:ext cx="1181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服务知识库 / SOP</a:t>
            </a:r>
          </a:p>
        </p:txBody>
      </p:sp>
      <p:sp>
        <p:nvSpPr>
          <p:cNvPr id="198" name="department_management_title">
            <a:extLst xmlns:a="http://schemas.openxmlformats.org/drawingml/2006/main">
              <a:ext uri="{FF2B5EF4-FFF2-40B4-BE49-F238E27FC236}">
                <a16:creationId xmlns:a16="http://schemas.microsoft.com/office/drawing/2014/main" id="{36CC8A49-0D7B-45E0-A92A-30F6A1DD2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4791075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54D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554D1"/>
                </a:solidFill>
                <a:latin typeface="Microsoft YaHei"/>
                <a:ea typeface="Microsoft YaHei"/>
                <a:cs typeface="Microsoft YaHei"/>
              </a:rPr>
              <a:t>管理运营</a:t>
            </a:r>
          </a:p>
        </p:txBody>
      </p:sp>
      <p:sp>
        <p:nvSpPr>
          <p:cNvPr id="199" name="department_management_usage_label">
            <a:extLst xmlns:a="http://schemas.openxmlformats.org/drawingml/2006/main">
              <a:ext uri="{FF2B5EF4-FFF2-40B4-BE49-F238E27FC236}">
                <a16:creationId xmlns:a16="http://schemas.microsoft.com/office/drawing/2014/main" id="{28D6C7B5-656C-4804-921D-04C4434EF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511492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554D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554D1"/>
                </a:solidFill>
                <a:latin typeface="Microsoft YaHei"/>
                <a:ea typeface="Microsoft YaHei"/>
                <a:cs typeface="Microsoft YaHei"/>
              </a:rPr>
              <a:t>怎么用：</a:t>
            </a:r>
          </a:p>
        </p:txBody>
      </p:sp>
      <p:sp>
        <p:nvSpPr>
          <p:cNvPr id="200" name="department_management_usage">
            <a:extLst xmlns:a="http://schemas.openxmlformats.org/drawingml/2006/main">
              <a:ext uri="{FF2B5EF4-FFF2-40B4-BE49-F238E27FC236}">
                <a16:creationId xmlns:a16="http://schemas.microsoft.com/office/drawing/2014/main" id="{73C7C42D-1506-45F1-B47D-ED9FCFFA5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5286375"/>
            <a:ext cx="1181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周报 / 纪要 /</a:t>
            </a:r>
          </a:p>
          <a:p xmlns:a="http://schemas.openxmlformats.org/drawingml/2006/main">
            <a:pPr algn="l">
              <a:defRPr sz="9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项目同步</a:t>
            </a:r>
          </a:p>
        </p:txBody>
      </p:sp>
      <p:sp>
        <p:nvSpPr>
          <p:cNvPr id="201" name="department_management_output_label">
            <a:extLst xmlns:a="http://schemas.openxmlformats.org/drawingml/2006/main">
              <a:ext uri="{FF2B5EF4-FFF2-40B4-BE49-F238E27FC236}">
                <a16:creationId xmlns:a16="http://schemas.microsoft.com/office/drawing/2014/main" id="{F3A2D32A-0A95-41E3-8061-20B64CD5A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563880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554D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554D1"/>
                </a:solidFill>
                <a:latin typeface="Microsoft YaHei"/>
                <a:ea typeface="Microsoft YaHei"/>
                <a:cs typeface="Microsoft YaHei"/>
              </a:rPr>
              <a:t>产出：</a:t>
            </a:r>
          </a:p>
        </p:txBody>
      </p:sp>
      <p:sp>
        <p:nvSpPr>
          <p:cNvPr id="202" name="department_management_output">
            <a:extLst xmlns:a="http://schemas.openxmlformats.org/drawingml/2006/main">
              <a:ext uri="{FF2B5EF4-FFF2-40B4-BE49-F238E27FC236}">
                <a16:creationId xmlns:a16="http://schemas.microsoft.com/office/drawing/2014/main" id="{15904837-9362-4754-AE8E-C2B844B40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5800725"/>
            <a:ext cx="1181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看板 / 管理模板</a:t>
            </a:r>
          </a:p>
        </p:txBody>
      </p:sp>
      <p:sp>
        <p:nvSpPr>
          <p:cNvPr id="203" name="assets_side_title">
            <a:extLst xmlns:a="http://schemas.openxmlformats.org/drawingml/2006/main">
              <a:ext uri="{FF2B5EF4-FFF2-40B4-BE49-F238E27FC236}">
                <a16:creationId xmlns:a16="http://schemas.microsoft.com/office/drawing/2014/main" id="{BDA3CE71-D613-436E-A14E-C6C4F2BFE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6638925"/>
            <a:ext cx="685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554D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554D1"/>
                </a:solidFill>
                <a:latin typeface="Microsoft YaHei"/>
                <a:ea typeface="Microsoft YaHei"/>
                <a:cs typeface="Microsoft YaHei"/>
              </a:rPr>
              <a:t>AI资产</a:t>
            </a:r>
          </a:p>
          <a:p xmlns:a="http://schemas.openxmlformats.org/drawingml/2006/main">
            <a:pPr algn="ctr">
              <a:defRPr sz="1275" b="1">
                <a:solidFill>
                  <a:srgbClr val="1554D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554D1"/>
                </a:solidFill>
                <a:latin typeface="Microsoft YaHei"/>
                <a:ea typeface="Microsoft YaHei"/>
                <a:cs typeface="Microsoft YaHei"/>
              </a:rPr>
              <a:t>沉淀层</a:t>
            </a:r>
          </a:p>
        </p:txBody>
      </p:sp>
      <p:sp>
        <p:nvSpPr>
          <p:cNvPr id="204" name="asset_prompt_text">
            <a:extLst xmlns:a="http://schemas.openxmlformats.org/drawingml/2006/main">
              <a:ext uri="{FF2B5EF4-FFF2-40B4-BE49-F238E27FC236}">
                <a16:creationId xmlns:a16="http://schemas.microsoft.com/office/drawing/2014/main" id="{C0F66C31-8FAD-477D-94CB-5BBA193C3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6772275"/>
            <a:ext cx="800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Prompt 库</a:t>
            </a:r>
          </a:p>
        </p:txBody>
      </p:sp>
      <p:sp>
        <p:nvSpPr>
          <p:cNvPr id="205" name="asset_agent_text">
            <a:extLst xmlns:a="http://schemas.openxmlformats.org/drawingml/2006/main">
              <a:ext uri="{FF2B5EF4-FFF2-40B4-BE49-F238E27FC236}">
                <a16:creationId xmlns:a16="http://schemas.microsoft.com/office/drawing/2014/main" id="{D28209DA-792A-4D49-B57C-B2F90DBC5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6772275"/>
            <a:ext cx="800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Agent 库</a:t>
            </a:r>
          </a:p>
        </p:txBody>
      </p:sp>
      <p:sp>
        <p:nvSpPr>
          <p:cNvPr id="206" name="asset_skill_text">
            <a:extLst xmlns:a="http://schemas.openxmlformats.org/drawingml/2006/main">
              <a:ext uri="{FF2B5EF4-FFF2-40B4-BE49-F238E27FC236}">
                <a16:creationId xmlns:a16="http://schemas.microsoft.com/office/drawing/2014/main" id="{B21ACC34-3AC5-404E-B7E0-B2F4CB861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6772275"/>
            <a:ext cx="800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Skill 库</a:t>
            </a:r>
          </a:p>
        </p:txBody>
      </p:sp>
      <p:sp>
        <p:nvSpPr>
          <p:cNvPr id="207" name="asset_knowledge_text">
            <a:extLst xmlns:a="http://schemas.openxmlformats.org/drawingml/2006/main">
              <a:ext uri="{FF2B5EF4-FFF2-40B4-BE49-F238E27FC236}">
                <a16:creationId xmlns:a16="http://schemas.microsoft.com/office/drawing/2014/main" id="{F247132A-3D1C-4543-B49A-37E702217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6772275"/>
            <a:ext cx="800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知识库</a:t>
            </a:r>
          </a:p>
        </p:txBody>
      </p:sp>
      <p:sp>
        <p:nvSpPr>
          <p:cNvPr id="208" name="asset_sop_text">
            <a:extLst xmlns:a="http://schemas.openxmlformats.org/drawingml/2006/main">
              <a:ext uri="{FF2B5EF4-FFF2-40B4-BE49-F238E27FC236}">
                <a16:creationId xmlns:a16="http://schemas.microsoft.com/office/drawing/2014/main" id="{9B4972DD-94CF-418C-BE6F-6434CA2AD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6772275"/>
            <a:ext cx="800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SOP 流程库</a:t>
            </a:r>
          </a:p>
        </p:txBody>
      </p:sp>
      <p:sp>
        <p:nvSpPr>
          <p:cNvPr id="209" name="asset_template_text">
            <a:extLst xmlns:a="http://schemas.openxmlformats.org/drawingml/2006/main">
              <a:ext uri="{FF2B5EF4-FFF2-40B4-BE49-F238E27FC236}">
                <a16:creationId xmlns:a16="http://schemas.microsoft.com/office/drawing/2014/main" id="{54CD96EF-B43A-44A7-BC94-F69B9E0ED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6772275"/>
            <a:ext cx="800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模板库</a:t>
            </a:r>
          </a:p>
        </p:txBody>
      </p:sp>
      <p:sp>
        <p:nvSpPr>
          <p:cNvPr id="210" name="asset_case_text">
            <a:extLst xmlns:a="http://schemas.openxmlformats.org/drawingml/2006/main">
              <a:ext uri="{FF2B5EF4-FFF2-40B4-BE49-F238E27FC236}">
                <a16:creationId xmlns:a16="http://schemas.microsoft.com/office/drawing/2014/main" id="{C3DF3D8E-3017-4357-815F-DD8874AAF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6772275"/>
            <a:ext cx="800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案例库</a:t>
            </a:r>
          </a:p>
        </p:txBody>
      </p:sp>
      <p:sp>
        <p:nvSpPr>
          <p:cNvPr id="211" name="asset_evaluation_text">
            <a:extLst xmlns:a="http://schemas.openxmlformats.org/drawingml/2006/main">
              <a:ext uri="{FF2B5EF4-FFF2-40B4-BE49-F238E27FC236}">
                <a16:creationId xmlns:a16="http://schemas.microsoft.com/office/drawing/2014/main" id="{F8098A0E-B207-4FD2-BBF9-D541575A7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1775" y="6772275"/>
            <a:ext cx="800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评测集</a:t>
            </a:r>
          </a:p>
        </p:txBody>
      </p:sp>
      <p:sp>
        <p:nvSpPr>
          <p:cNvPr id="212" name="asset_security_text">
            <a:extLst xmlns:a="http://schemas.openxmlformats.org/drawingml/2006/main">
              <a:ext uri="{FF2B5EF4-FFF2-40B4-BE49-F238E27FC236}">
                <a16:creationId xmlns:a16="http://schemas.microsoft.com/office/drawing/2014/main" id="{54F1D8D0-8463-4DF0-95C1-04427476F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6772275"/>
            <a:ext cx="800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安全规范库</a:t>
            </a:r>
          </a:p>
        </p:txBody>
      </p:sp>
      <p:sp>
        <p:nvSpPr>
          <p:cNvPr id="213" name="assets_transition">
            <a:extLst xmlns:a="http://schemas.openxmlformats.org/drawingml/2006/main">
              <a:ext uri="{FF2B5EF4-FFF2-40B4-BE49-F238E27FC236}">
                <a16:creationId xmlns:a16="http://schemas.microsoft.com/office/drawing/2014/main" id="{95F35A05-7549-49ED-BA4D-56DDD5196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7124700"/>
            <a:ext cx="342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36B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36B00"/>
                </a:solidFill>
                <a:latin typeface="Microsoft YaHei"/>
                <a:ea typeface="Microsoft YaHei"/>
                <a:cs typeface="Microsoft YaHei"/>
              </a:rPr>
              <a:t>从个人提效走向组织提效</a:t>
            </a:r>
          </a:p>
        </p:txBody>
      </p:sp>
      <p:sp>
        <p:nvSpPr>
          <p:cNvPr id="214" name="outcomes_side_title">
            <a:extLst xmlns:a="http://schemas.openxmlformats.org/drawingml/2006/main">
              <a:ext uri="{FF2B5EF4-FFF2-40B4-BE49-F238E27FC236}">
                <a16:creationId xmlns:a16="http://schemas.microsoft.com/office/drawing/2014/main" id="{3EFB06E0-7E73-49DB-833F-DB6EB65C4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7905750"/>
            <a:ext cx="647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554D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554D1"/>
                </a:solidFill>
                <a:latin typeface="Microsoft YaHei"/>
                <a:ea typeface="Microsoft YaHei"/>
                <a:cs typeface="Microsoft YaHei"/>
              </a:rPr>
              <a:t>经营</a:t>
            </a:r>
          </a:p>
          <a:p xmlns:a="http://schemas.openxmlformats.org/drawingml/2006/main">
            <a:pPr algn="ctr">
              <a:defRPr sz="1275" b="1">
                <a:solidFill>
                  <a:srgbClr val="1554D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554D1"/>
                </a:solidFill>
                <a:latin typeface="Microsoft YaHei"/>
                <a:ea typeface="Microsoft YaHei"/>
                <a:cs typeface="Microsoft YaHei"/>
              </a:rPr>
              <a:t>成效层</a:t>
            </a:r>
          </a:p>
        </p:txBody>
      </p:sp>
      <p:sp>
        <p:nvSpPr>
          <p:cNvPr id="215" name="kpi_time_text">
            <a:extLst xmlns:a="http://schemas.openxmlformats.org/drawingml/2006/main">
              <a:ext uri="{FF2B5EF4-FFF2-40B4-BE49-F238E27FC236}">
                <a16:creationId xmlns:a16="http://schemas.microsoft.com/office/drawing/2014/main" id="{5444ECFD-6CEE-491B-B52E-27AE31441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7791450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工时节省</a:t>
            </a:r>
          </a:p>
        </p:txBody>
      </p:sp>
      <p:sp>
        <p:nvSpPr>
          <p:cNvPr id="216" name="kpi_quality_text">
            <a:extLst xmlns:a="http://schemas.openxmlformats.org/drawingml/2006/main">
              <a:ext uri="{FF2B5EF4-FFF2-40B4-BE49-F238E27FC236}">
                <a16:creationId xmlns:a16="http://schemas.microsoft.com/office/drawing/2014/main" id="{69A3B08B-7DF4-4FB2-8863-51A5F679C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7791450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质量提升</a:t>
            </a:r>
          </a:p>
        </p:txBody>
      </p:sp>
      <p:sp>
        <p:nvSpPr>
          <p:cNvPr id="217" name="kpi_cycle_text">
            <a:extLst xmlns:a="http://schemas.openxmlformats.org/drawingml/2006/main">
              <a:ext uri="{FF2B5EF4-FFF2-40B4-BE49-F238E27FC236}">
                <a16:creationId xmlns:a16="http://schemas.microsoft.com/office/drawing/2014/main" id="{D8E92A4A-B18B-42DE-9BBC-4FDD051CE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7791450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周期缩短</a:t>
            </a:r>
          </a:p>
        </p:txBody>
      </p:sp>
      <p:sp>
        <p:nvSpPr>
          <p:cNvPr id="218" name="kpi_reuse_text">
            <a:extLst xmlns:a="http://schemas.openxmlformats.org/drawingml/2006/main">
              <a:ext uri="{FF2B5EF4-FFF2-40B4-BE49-F238E27FC236}">
                <a16:creationId xmlns:a16="http://schemas.microsoft.com/office/drawing/2014/main" id="{708C0EBB-C031-49D3-ACEB-07AFE4154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7791450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复用增强</a:t>
            </a:r>
          </a:p>
        </p:txBody>
      </p:sp>
      <p:sp>
        <p:nvSpPr>
          <p:cNvPr id="219" name="kpi_cost_text">
            <a:extLst xmlns:a="http://schemas.openxmlformats.org/drawingml/2006/main">
              <a:ext uri="{FF2B5EF4-FFF2-40B4-BE49-F238E27FC236}">
                <a16:creationId xmlns:a16="http://schemas.microsoft.com/office/drawing/2014/main" id="{C95E8F93-76D3-47DB-8E34-2DE671164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7791450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成本下降</a:t>
            </a:r>
          </a:p>
        </p:txBody>
      </p:sp>
      <p:sp>
        <p:nvSpPr>
          <p:cNvPr id="220" name="kpi_response_text">
            <a:extLst xmlns:a="http://schemas.openxmlformats.org/drawingml/2006/main">
              <a:ext uri="{FF2B5EF4-FFF2-40B4-BE49-F238E27FC236}">
                <a16:creationId xmlns:a16="http://schemas.microsoft.com/office/drawing/2014/main" id="{DE2F195D-D911-4F9D-B022-469EAAAA1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68150" y="7791450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91117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客户响应加快</a:t>
            </a:r>
          </a:p>
        </p:txBody>
      </p:sp>
      <p:sp>
        <p:nvSpPr>
          <p:cNvPr id="221" name="final_goal_text">
            <a:extLst xmlns:a="http://schemas.openxmlformats.org/drawingml/2006/main">
              <a:ext uri="{FF2B5EF4-FFF2-40B4-BE49-F238E27FC236}">
                <a16:creationId xmlns:a16="http://schemas.microsoft.com/office/drawing/2014/main" id="{2153AE82-3824-4EB0-8325-73115DF57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8353425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最终目标：沉淀公司级 AI 能力，形成持续可复制的竞争优势</a:t>
            </a:r>
          </a:p>
        </p:txBody>
      </p:sp>
      <p:sp>
        <p:nvSpPr>
          <p:cNvPr id="222" name="mechanism_header_text">
            <a:extLst xmlns:a="http://schemas.openxmlformats.org/drawingml/2006/main">
              <a:ext uri="{FF2B5EF4-FFF2-40B4-BE49-F238E27FC236}">
                <a16:creationId xmlns:a16="http://schemas.microsoft.com/office/drawing/2014/main" id="{78BD9D2A-F060-4F84-AAFE-2E8B24D12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0800" y="1019175"/>
            <a:ext cx="1200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运行机制</a:t>
            </a:r>
          </a:p>
        </p:txBody>
      </p:sp>
      <p:sp>
        <p:nvSpPr>
          <p:cNvPr id="223" name="mechanism_collect_text">
            <a:extLst xmlns:a="http://schemas.openxmlformats.org/drawingml/2006/main">
              <a:ext uri="{FF2B5EF4-FFF2-40B4-BE49-F238E27FC236}">
                <a16:creationId xmlns:a16="http://schemas.microsoft.com/office/drawing/2014/main" id="{E15D3EDF-4922-4779-B2C4-E01630428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35125" y="1619250"/>
            <a:ext cx="1162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1. 场景收集</a:t>
            </a:r>
          </a:p>
        </p:txBody>
      </p:sp>
      <p:sp>
        <p:nvSpPr>
          <p:cNvPr id="224" name="mechanism_evaluate_text">
            <a:extLst xmlns:a="http://schemas.openxmlformats.org/drawingml/2006/main">
              <a:ext uri="{FF2B5EF4-FFF2-40B4-BE49-F238E27FC236}">
                <a16:creationId xmlns:a16="http://schemas.microsoft.com/office/drawing/2014/main" id="{BAB91AAD-9B87-4DF2-B864-B55C35B27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35125" y="2457450"/>
            <a:ext cx="1162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2. 价值评估</a:t>
            </a:r>
          </a:p>
        </p:txBody>
      </p:sp>
      <p:sp>
        <p:nvSpPr>
          <p:cNvPr id="225" name="mechanism_pilot_text">
            <a:extLst xmlns:a="http://schemas.openxmlformats.org/drawingml/2006/main">
              <a:ext uri="{FF2B5EF4-FFF2-40B4-BE49-F238E27FC236}">
                <a16:creationId xmlns:a16="http://schemas.microsoft.com/office/drawing/2014/main" id="{CB02E3AE-99CB-475E-AE66-95B6B7C05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35125" y="3295650"/>
            <a:ext cx="1162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3. 试点验证</a:t>
            </a:r>
          </a:p>
        </p:txBody>
      </p:sp>
      <p:sp>
        <p:nvSpPr>
          <p:cNvPr id="226" name="mechanism_asset_text">
            <a:extLst xmlns:a="http://schemas.openxmlformats.org/drawingml/2006/main">
              <a:ext uri="{FF2B5EF4-FFF2-40B4-BE49-F238E27FC236}">
                <a16:creationId xmlns:a16="http://schemas.microsoft.com/office/drawing/2014/main" id="{E8F548C2-A2FB-4318-B862-7317FB987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35125" y="4133850"/>
            <a:ext cx="1162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4. 资产沉淀</a:t>
            </a:r>
          </a:p>
        </p:txBody>
      </p:sp>
      <p:sp>
        <p:nvSpPr>
          <p:cNvPr id="227" name="mechanism_replicate_text">
            <a:extLst xmlns:a="http://schemas.openxmlformats.org/drawingml/2006/main">
              <a:ext uri="{FF2B5EF4-FFF2-40B4-BE49-F238E27FC236}">
                <a16:creationId xmlns:a16="http://schemas.microsoft.com/office/drawing/2014/main" id="{D5B78972-D725-489C-845C-34DCD51C4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35125" y="4972050"/>
            <a:ext cx="1162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5. 推广复制</a:t>
            </a:r>
          </a:p>
        </p:txBody>
      </p:sp>
      <p:sp>
        <p:nvSpPr>
          <p:cNvPr id="228" name="mechanism_review_text">
            <a:extLst xmlns:a="http://schemas.openxmlformats.org/drawingml/2006/main">
              <a:ext uri="{FF2B5EF4-FFF2-40B4-BE49-F238E27FC236}">
                <a16:creationId xmlns:a16="http://schemas.microsoft.com/office/drawing/2014/main" id="{3A2BE1E0-6AEF-4CBD-9AC5-0379BA4D9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35125" y="5810250"/>
            <a:ext cx="1162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6. 指标复盘</a:t>
            </a:r>
          </a:p>
        </p:txBody>
      </p:sp>
      <p:sp>
        <p:nvSpPr>
          <p:cNvPr id="229" name="mechanism_report_text">
            <a:extLst xmlns:a="http://schemas.openxmlformats.org/drawingml/2006/main">
              <a:ext uri="{FF2B5EF4-FFF2-40B4-BE49-F238E27FC236}">
                <a16:creationId xmlns:a16="http://schemas.microsoft.com/office/drawing/2014/main" id="{547850B1-9C75-47AE-B5D4-946CC4483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35125" y="6648450"/>
            <a:ext cx="1162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7. 高层汇报</a:t>
            </a:r>
          </a:p>
        </p:txBody>
      </p:sp>
      <p:sp>
        <p:nvSpPr>
          <p:cNvPr id="230" name="weekly_sync_text">
            <a:extLst xmlns:a="http://schemas.openxmlformats.org/drawingml/2006/main">
              <a:ext uri="{FF2B5EF4-FFF2-40B4-BE49-F238E27FC236}">
                <a16:creationId xmlns:a16="http://schemas.microsoft.com/office/drawing/2014/main" id="{CDBF0C46-2567-4AF7-924E-1CC4AB394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06550" y="7343775"/>
            <a:ext cx="1066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6A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6A78"/>
                </a:solidFill>
                <a:latin typeface="Microsoft YaHei"/>
                <a:ea typeface="Microsoft YaHei"/>
                <a:cs typeface="Microsoft YaHei"/>
              </a:rPr>
              <a:t>每周召开一次</a:t>
            </a:r>
          </a:p>
          <a:p xmlns:a="http://schemas.openxmlformats.org/drawingml/2006/main">
            <a:pPr algn="ctr">
              <a:defRPr sz="1275" b="1">
                <a:solidFill>
                  <a:srgbClr val="006A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6A78"/>
                </a:solidFill>
                <a:latin typeface="Microsoft YaHei"/>
                <a:ea typeface="Microsoft YaHei"/>
                <a:cs typeface="Microsoft YaHei"/>
              </a:rPr>
              <a:t>全员同步会</a:t>
            </a:r>
          </a:p>
        </p:txBody>
      </p:sp>
      <p:sp>
        <p:nvSpPr>
          <p:cNvPr id="231" name="continuous_optimization_label">
            <a:extLst xmlns:a="http://schemas.openxmlformats.org/drawingml/2006/main">
              <a:ext uri="{FF2B5EF4-FFF2-40B4-BE49-F238E27FC236}">
                <a16:creationId xmlns:a16="http://schemas.microsoft.com/office/drawing/2014/main" id="{200F0799-40CD-4101-B5AA-94A06A122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92050" y="3943350"/>
            <a:ext cx="895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554D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554D1"/>
                </a:solidFill>
                <a:latin typeface="Microsoft YaHei"/>
                <a:ea typeface="Microsoft YaHei"/>
                <a:cs typeface="Microsoft YaHei"/>
              </a:rPr>
              <a:t>持续优化</a:t>
            </a:r>
          </a:p>
        </p:txBody>
      </p:sp>
    </p:spTree>
    <p:extLst>
      <p:ext uri="{BB962C8B-B14F-4D97-AF65-F5344CB8AC3E}">
        <p14:creationId xmlns:p14="http://schemas.microsoft.com/office/powerpoint/2010/main" val="138147226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2026-06-30T08:32:14.5200000Z</dcterms:created>
  <dcterms:modified xsi:type="dcterms:W3CDTF">2026-06-30T08:32:14.5200000Z</dcterms:modified>
</coreProperties>
</file>